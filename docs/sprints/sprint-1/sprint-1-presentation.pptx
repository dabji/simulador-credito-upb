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4"/>
  </p:sldMasterIdLst>
  <p:notesMasterIdLst>
    <p:notesMasterId r:id="rId79"/>
  </p:notesMasterIdLst>
  <p:handoutMasterIdLst>
    <p:handoutMasterId r:id="rId80"/>
  </p:handoutMasterIdLst>
  <p:sldIdLst>
    <p:sldId id="256" r:id="rId5"/>
    <p:sldId id="838" r:id="rId6"/>
    <p:sldId id="839" r:id="rId7"/>
    <p:sldId id="840" r:id="rId8"/>
    <p:sldId id="841" r:id="rId9"/>
    <p:sldId id="842" r:id="rId10"/>
    <p:sldId id="867" r:id="rId11"/>
    <p:sldId id="868" r:id="rId12"/>
    <p:sldId id="843" r:id="rId13"/>
    <p:sldId id="844" r:id="rId14"/>
    <p:sldId id="846" r:id="rId15"/>
    <p:sldId id="899" r:id="rId16"/>
    <p:sldId id="877" r:id="rId17"/>
    <p:sldId id="847" r:id="rId18"/>
    <p:sldId id="879" r:id="rId19"/>
    <p:sldId id="883" r:id="rId20"/>
    <p:sldId id="884" r:id="rId21"/>
    <p:sldId id="900" r:id="rId22"/>
    <p:sldId id="848" r:id="rId23"/>
    <p:sldId id="885" r:id="rId24"/>
    <p:sldId id="886" r:id="rId25"/>
    <p:sldId id="901" r:id="rId26"/>
    <p:sldId id="905" r:id="rId27"/>
    <p:sldId id="849" r:id="rId28"/>
    <p:sldId id="874" r:id="rId29"/>
    <p:sldId id="906" r:id="rId30"/>
    <p:sldId id="878" r:id="rId31"/>
    <p:sldId id="880" r:id="rId32"/>
    <p:sldId id="881" r:id="rId33"/>
    <p:sldId id="887" r:id="rId34"/>
    <p:sldId id="882" r:id="rId35"/>
    <p:sldId id="910" r:id="rId36"/>
    <p:sldId id="889" r:id="rId37"/>
    <p:sldId id="891" r:id="rId38"/>
    <p:sldId id="892" r:id="rId39"/>
    <p:sldId id="913" r:id="rId40"/>
    <p:sldId id="894" r:id="rId41"/>
    <p:sldId id="895" r:id="rId42"/>
    <p:sldId id="915" r:id="rId43"/>
    <p:sldId id="917" r:id="rId44"/>
    <p:sldId id="902" r:id="rId45"/>
    <p:sldId id="850" r:id="rId46"/>
    <p:sldId id="897" r:id="rId47"/>
    <p:sldId id="909" r:id="rId48"/>
    <p:sldId id="898" r:id="rId49"/>
    <p:sldId id="911" r:id="rId50"/>
    <p:sldId id="904" r:id="rId51"/>
    <p:sldId id="907" r:id="rId52"/>
    <p:sldId id="912" r:id="rId53"/>
    <p:sldId id="918" r:id="rId54"/>
    <p:sldId id="919" r:id="rId55"/>
    <p:sldId id="903" r:id="rId56"/>
    <p:sldId id="851" r:id="rId57"/>
    <p:sldId id="859" r:id="rId58"/>
    <p:sldId id="860" r:id="rId59"/>
    <p:sldId id="861" r:id="rId60"/>
    <p:sldId id="862" r:id="rId61"/>
    <p:sldId id="914" r:id="rId62"/>
    <p:sldId id="852" r:id="rId63"/>
    <p:sldId id="869" r:id="rId64"/>
    <p:sldId id="864" r:id="rId65"/>
    <p:sldId id="865" r:id="rId66"/>
    <p:sldId id="866" r:id="rId67"/>
    <p:sldId id="916" r:id="rId68"/>
    <p:sldId id="853" r:id="rId69"/>
    <p:sldId id="871" r:id="rId70"/>
    <p:sldId id="873" r:id="rId71"/>
    <p:sldId id="872" r:id="rId72"/>
    <p:sldId id="854" r:id="rId73"/>
    <p:sldId id="870" r:id="rId74"/>
    <p:sldId id="890" r:id="rId75"/>
    <p:sldId id="855" r:id="rId76"/>
    <p:sldId id="856" r:id="rId77"/>
    <p:sldId id="317" r:id="rId78"/>
  </p:sldIdLst>
  <p:sldSz cx="13817600" cy="77724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EB00"/>
    <a:srgbClr val="C1DE47"/>
    <a:srgbClr val="1D1E0F"/>
    <a:srgbClr val="55582D"/>
    <a:srgbClr val="1A1F0D"/>
    <a:srgbClr val="BAB660"/>
    <a:srgbClr val="272E13"/>
    <a:srgbClr val="002E94"/>
    <a:srgbClr val="333F50"/>
    <a:srgbClr val="000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8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40E16BF-FC11-5C4C-B6E8-B149DD7653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6B0671-A2D4-2F43-9AE1-010415B94F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10675-EB32-8243-A8A2-13523113CDBB}" type="datetimeFigureOut">
              <a:rPr lang="es-ES_tradnl" smtClean="0"/>
              <a:t>04/03/2026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8767C2-F0ED-F34A-B5DE-F8FCAA00E0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5D0DAB-2801-1C4A-831B-6DD67D8DD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DC032-80BB-074C-BBC7-9F71856CA8E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389840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0721F-E703-6E45-8B16-A38962066249}" type="datetimeFigureOut">
              <a:rPr lang="es-ES_tradnl" smtClean="0"/>
              <a:t>04/03/2026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CD98-9B11-7740-959F-FF52FFBFF0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95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CD98-9B11-7740-959F-FF52FFBFF034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41015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60C1C-D401-E3E1-4367-7F02BDDC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7DED4F3-B7C1-94DD-45C5-24292A28C64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A17FC7DA-7075-F48E-7D4B-E713742DB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7796FEC3-CDF7-9C19-2679-FF5D9D7CC1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EDE6C561-4E8F-7F8B-E42A-E7D0FDA47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242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3BA12-F66D-6797-D056-7F8A6638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17BC518-B746-5F6F-299D-34D573CF8EE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39C018E2-4199-F75D-C93F-C644B98C3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383CF06-F436-321B-374F-65F000F18C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307BC16E-A156-1B96-6D8E-C6D8D7DC1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617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6440C-097D-BFE9-5EB1-C270FA3E1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E621C942-775E-5F6F-B459-C7BCB38FD08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56E4C917-8C8A-9B7B-01C5-919BD4525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90677C26-9459-62C8-D593-158613101C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41CA2B47-C3D0-BE61-C225-52C7ED3A4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416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B670C-1AA6-697D-B434-73319619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B03CB519-E3E4-0AEC-F5EF-588D79BB249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2D387F4E-E482-DBDB-110F-82290D076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A209C716-704B-BE47-2FC8-7C1B3F4FA7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BEE41FEB-F071-E578-6F1E-2F56E6B80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898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B9E19-097D-68B1-1E1C-C5338883E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E996566-5F38-D6D5-B789-8B918FA8775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06C4E781-9660-A5C2-0C54-EB484ADE3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8CB663BE-DC38-5A1E-42DE-A892E0391F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90F28AD8-3103-0BAC-6BEC-B5533B142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237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50B68-581E-5FFF-D59C-0C1BF157F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FDAF903-6764-A1C4-E138-F20C4E21FBD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8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7A919BFA-4C43-39F8-1525-09958242D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18341570-F559-CC47-933B-26A5385B16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2C744700-EE82-F89A-B4AF-1D8C0870A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864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631719-6EA1-171E-1ECA-2AB2F0E0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1D8C1105-B0AA-2EAC-FB8A-FCAD6D311C3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9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F05B6A46-C969-B888-E442-25AC7DFE0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9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0BE890FA-75AD-6A93-8B7B-197BE8B81F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5A748260-9C78-2D94-F5E2-34D620AC4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52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92671-A9DE-B1AF-10E1-7F175C89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DD47928-3979-B64F-6064-DA84F322157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10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81B461D7-091E-40A2-2ECC-B1861E99D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10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F611420D-915A-4288-E132-99D5CF058E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40F0B1F1-F442-AECE-94B3-A7C3CEE59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681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E4956-120E-4548-BB7C-2D86BF64C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110A3BF8-3B73-6DE5-AC73-F95C1783A3F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11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4E320F4B-32BE-0ED8-52CD-B7F67D87E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11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095F1F35-7D86-FF47-FB2B-CBDE4F75D3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F8C52292-F5A1-DEAE-71E1-830CA89180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884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E4E38D-51D0-1A1C-3468-F62DAB05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EC2672F-F84B-6CE6-D934-843DB17DF66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12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CFFA951C-0382-0981-4250-0A39FA282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B641206E-44B1-2CFB-4215-992E0052FD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6CD39D59-5EDA-A3D3-5453-C716BC4BF0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977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D69BB-0992-9B90-C02E-BCDF2825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CF45A87-8A02-F3D6-9D7C-482564F6021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13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C0A3B02F-399B-C4BB-91A7-7C8323CE1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BCAE6172-19F4-568A-7677-E88901044B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EDACDE42-EBAD-183D-B0E1-42BF8538E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945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70017-36B7-5ABA-5A4C-AEAA4143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0AE84583-4218-EF83-0C1E-30867173A16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14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38E130DD-C758-D78D-B4E8-912C564D9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81FCF643-2B90-AED7-D127-A2CCFC7CA4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85AA5880-D899-E3D8-2AFD-C9D056AFA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96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818F5-0798-44EE-2956-E6256B1A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BED8CB49-03C2-5E5F-F317-771BE6CA184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15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B3CCF1E4-1E21-84F3-AA36-C467FEC85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45EA465E-3589-EF3E-980F-1E160D1D4C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84EBE253-06BA-3893-290F-EAB4D4E6D3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193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7DDC0-0EE7-6280-58FE-A00EA583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8F65A2CA-3BDF-9BF5-CFC7-ABBB1392983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16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F1EF7706-AF0A-A396-9A4F-AEE284B4A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16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892C0226-D988-A0BB-4F0B-46711D6BE7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107AE049-52B1-11AE-5E02-A38FA5916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581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60AFC-1152-1825-30B1-10680829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8D54D452-C379-B0D6-AF61-89736CAC320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17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A5B6DF61-7B38-4C8C-E40B-9819E8681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17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197C4264-AA3A-51E1-981B-FC55F0A0D3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4D458AEC-9520-2E73-B415-964E2252C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595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E8818-91BB-F418-8598-B048DD32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1E9182F1-861A-1EB6-380A-6CA71642E64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18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0B674965-8A9C-17C8-9BA3-BEDA5A2A0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18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8393E20B-6079-F78B-3CFF-61E66DF0B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835EFA5E-D99F-B905-565F-CE5D6D976C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443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F91DA-8FFD-F7FC-3736-98F76D50D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72021285-235D-9506-1A74-D8B0CE18F1C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19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4313F580-E0E9-A5D5-4C06-B58C622A9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19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AAE607CF-7A88-4C78-B229-5CEE162F2C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8D352B49-21EA-DD45-C155-F6B758AB20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877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ECFEA-F638-BD8B-52B2-4A4E0EF1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DEDC7B0A-910C-A0B8-B1A1-4935431049D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C910BAFB-0A86-E0D4-BB7C-15C04F1C9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20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9EBADFED-291A-C987-2D80-62F98CFD62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F017139A-FBB4-7C97-6DA9-4821AEB3C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571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EDBE1-155F-DF62-9C76-5D514E08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7356E8A-E63D-1D79-6213-09357318C5A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21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52CCACD3-8155-3701-16CC-66A5BFDBD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21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84A8F84A-DAC5-223F-5FFB-35B505E87B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A4EBF4F9-2794-E16C-4B08-06ED8FBF5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7404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96C68-828C-9081-84A3-D951123B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4125B15-C3E8-1115-F695-1E1C5267D39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22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CF7473C2-CD85-1DB3-F4CF-8BF9CA17F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22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14406753-E4E7-5A37-1564-F9780A17D9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33305B66-3BD1-F355-1B56-A4F7669F3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4475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E259D-BF19-4973-5CE2-B144F71F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A901012-A860-069D-206D-790A413A826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23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15CFF772-6555-9590-9ECF-911E4D95D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23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70720B02-B0A9-3D59-6B6C-74ADA6081A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E598ACB6-695A-C290-68B0-54DC24AAA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1551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AF5CF-84AE-6B1C-8B82-09B00540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90F3DA7-4163-B47B-FE8B-4A15069B782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24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B39B4814-9374-99C9-5EE8-7B2F9780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24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28DAB20C-8C51-27AC-CAA7-C4FA4CAF2B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4AAAEFF0-25D9-09C3-FC41-FE8DC1EF8C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9998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BBA77-A6BB-146D-4C5C-51BDC1D1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2AD6FFC-FE38-12DE-7E8E-CA97AFD542B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25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EA20433B-C13C-7A3E-4601-00B55E12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25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82AF44BE-F742-96FB-A848-FDF0B6E4EC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C1778703-60A7-C60D-DD96-6714D16FD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2798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C091D-14C3-FFC6-7EFD-B10FE177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B2F33458-191C-FA4F-08AB-D91ABC3A6F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26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AE05BA36-35B4-3166-34A7-C99B35927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26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4870E747-D16F-F7A4-ACC9-8020ED7014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7E8B1188-7494-C498-F9E3-5BD9270C2E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1040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FAB43-4048-7BB3-2CC9-F69B832AC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157B8FF-91DA-8E9B-1951-7BBD5B07926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27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CA8C705C-AD99-DC64-7354-1877F76A8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27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8BD94264-EDEA-5126-6A3A-361723F8C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568D67A6-28A9-994B-13D5-21A56A282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3440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C418A-C7D5-2F1A-CCAB-D8C9817B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3B443C6-4BFF-3A7F-594F-DA2CDCA3A09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28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18562F7B-479E-EE46-9787-3E06F845D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28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13360A7C-DE29-E888-7BA9-1113A86972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0284E46F-034A-D950-630D-503F13A67F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2379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8E83B-EF37-00DF-9D40-E0FD9A22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ACA3B23A-1A5D-676B-3E5A-584A11D7ACC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29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4F240830-EAD9-42AD-FB6C-0BD73A0AB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29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D04B672C-C0EB-F2E3-860F-0D8DCC4069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6A2C5769-F9DE-4F43-79C2-4A1850F9A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8610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51BBE-4AAE-A4D7-8EC2-1F9D5B91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23E7F1D1-C7E7-6DB7-7868-865FC6F11E9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31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A32595B6-2162-4093-C7A2-34F9A2CE2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31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B19BD7CD-DA84-ADB8-F8C0-07A0171E7B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C79BAA46-2942-DBCB-6D49-456EDE7D43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8900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1B4CF-E8D3-DF03-FA53-4249AF7F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E442AD75-B4A8-2606-13AA-F06C1422076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32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2A57D385-F792-D97F-54D9-5B2A523CD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32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EC30325A-7C0E-3829-1295-A07150EA6C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26C385CB-FF02-8A90-312D-B98B32864B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4325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61078-8C37-3199-07D1-6FB711BB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A5A4069E-B0B5-515D-BDC2-F7591379FE8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33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621789D7-8BE4-38E0-8E1A-3D8569165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33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B67FEF3B-56C7-B90E-1D1D-F02A5686A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E11F96F5-35EC-AA9F-98E1-B21079ECD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9362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97C45-B989-5C54-8496-824198F0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142294B7-AF1E-AEAA-CBD7-84B9F9DF212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34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97BB24B3-9B77-5002-0804-0C0381CE0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34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426C67E5-94FD-03AB-56C3-85C4A587E5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91B55792-DA37-930B-F252-B396F0A24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2758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D124F-AC6D-F8F9-2F09-81108E443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78913DF5-4220-EBE2-AEE6-00A542BD150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35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4C4296BA-876C-E712-31DE-12A017DA7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35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C803F14-10BB-42D2-0DA2-D652AD0254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4A38A1A2-FA38-A03F-74C0-1A1A10355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3309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603A0-0CDE-5681-CD21-8FDEAA4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782F251F-CA1F-8DF6-B3BF-AB83C1E5F30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36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80AF4978-5586-6ED5-6731-E33F85BFB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36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F9832D6-0177-B139-0252-DD098E947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2552125E-A732-A3B5-408E-38704915C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0498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DF46C-BF81-7B77-640F-9A8664030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1616EC05-FEB9-8ED4-206D-6AE9C6530DD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37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292DF1B6-A7CB-8411-3F8B-BA40E4683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37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0DA8CC7C-E619-3450-32FC-22D310F9C2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75809D8A-6872-2895-02FE-97BF1D6F9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4678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D4D53-8714-08A4-C3A6-D228423ED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F9446FA-49D6-6587-3546-80221DE58A9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38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656C2CE6-B325-1DC7-F2FF-5AF1914CD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38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01751ADD-8F88-5B64-1ACA-0E3388D029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293E0CD3-3A1A-CC1D-2681-580AEFD26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6093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83382-92FB-0F43-09A2-BCBF6C5BA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3E2C4B9-CF43-A115-5510-20FC371E344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39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F3866420-83A8-7EF4-7931-7FEA069A6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39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B18BEA2D-6ECC-0A01-F345-028231B26F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71A61ED5-B726-B522-783A-8B446C7B7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225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59668-3A91-8A80-FABE-9E92E3E0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2E0309D8-A04C-22B0-E3E5-302A342376A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40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A5A89123-0A9B-7901-7CC9-5B8D5C02D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40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FA8A81A-9F5C-825F-68FD-0E4173691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0D57F2D1-8B93-6FFA-D49A-752EAE6F6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6628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AA5AA-037D-7918-908D-20A8E183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CD4FF689-AC27-BBAA-1756-B1BE8C0E1F9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41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44163A49-9F42-8E30-C55A-BC48FA467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41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D91C1BB-770A-7F91-DE62-F3AA46FF6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FF4976BF-6671-E338-3E7B-396281C3E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6848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0FF97-CF09-97C8-FBBD-7921C0B8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DB15B16-D232-2573-9DEF-F5F549FBBBC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42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57F293D1-CBD0-C497-619D-18EA44347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42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A7431518-5EF3-EFFA-93CA-C75891CA3D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8E206C85-FCB2-BD95-2DCA-F470E692E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90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F3AFF-6ECF-9E9C-7C2B-72264377E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AE30E95-2774-8CB7-5E00-AA00AFB5FC3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43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89C1A7B4-FA41-5021-94B2-4E072B323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43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FDB1F7F3-19FA-8A7F-F786-D38B267034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8DFE779B-EC8E-BC5C-F021-666388E96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200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3CAF4-2809-56E9-CE6E-D0E1F1C1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AC102C5-1E5A-E6B9-626D-075429EFE9D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44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92C7FBE1-820F-DE7D-0E9B-08F90EE85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44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4945C397-46B1-75A7-4108-BB679AA724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145092BB-61DA-1286-FA92-A868F937C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378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8E018-5DF4-BED2-DFAA-D9F4D372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36FFEF5-FE85-6FBE-57A7-0F462A18C7D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45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7E6F5F95-FB34-DFAB-9048-0F032CDBD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45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6681D101-50BC-0E28-DC16-30931DABF3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FC9B796D-CD59-4A20-E45D-4E12F5444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0607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0F08F-EB30-A893-3700-F65824260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E69D814C-FB25-F67D-CD7D-EF1714CF77A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46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70FE4354-9CF0-4106-BA42-E55E2EA3D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46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3FC8ED0F-E23F-1D97-A2F9-66AFE437E9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F7EADE09-FB75-B203-1725-7E9B35F7E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790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B4496-3E16-5ED1-35D5-DE8A2AB3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AC3BB113-D93D-33D4-FE59-73FE5DC5E1F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47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0AC0CED4-B9F2-55A2-3CFE-4A0659A49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47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F116F062-42FC-F279-C1B3-14D20AFF9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5AD54AA5-430A-3503-584E-D393D7688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8411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E9859-3C2B-3C52-50AE-6F9585A8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ADB2288-7D45-282D-6FA1-56CB4AEFDAA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48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3F667382-4038-5DB6-718D-665F39FE2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48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EC296DF7-26B0-4945-B004-E6BECB817C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02F33573-44E7-F0C5-461F-F8C4473D1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8140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215BC-C880-8B2C-45C1-7D70093F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BD2A640-3F71-F730-9F74-375FF57B9EA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49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69995F4F-13D5-EB4D-0D06-C410B0A68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49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61C38F25-EBB6-C361-3147-4F6D5C6211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F597B93A-5397-0449-CDB9-B173AFD2E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6398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5C963-A572-49D3-C459-912E96E9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569E101-C533-8B48-514E-D995C65F9E6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50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38A639D2-81E4-CE45-7AAD-A99FBBBCD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50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4141EAD1-0C03-FBBD-2859-54A86487D8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BC483C2B-6232-AE90-A81D-BABD454C7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0007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1C274-D3CC-6212-03C8-6CABE22E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B68678D-2150-9A20-7C6A-14F63F8B800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51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3FD9CDE2-55C4-60CF-94E7-6F89A2CEB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51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3DEEEAC5-71BD-2D82-242D-17DCAD42D8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EFBE5C9E-5C35-E11C-1CED-70603AD68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683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076B5-74E6-EAEE-B205-46FCB52B9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79D68965-5D06-F8ED-0D5C-C3F02219225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52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488EF229-1E8E-D682-794B-354170528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52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ED005DC0-5F57-CAB9-9E59-AE6A0CA475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4419B185-963C-151D-09A5-61BEF86B5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72710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F00AB-9AAC-8D63-0600-AC292E2C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D746DA9E-8F50-F62B-2635-8D6FC153601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53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013B930A-B0F6-AEE9-4427-968A47CE1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53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FF59ACFE-0C5F-CAAD-0DA9-27A57B710D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3C98319B-C778-FAF7-2BD3-56AD9FFC5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7734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FA405-C9BF-661B-808D-5287B1A28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8C57988-6604-2A2B-1B68-FF2A89B1963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54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96DD60B0-79AF-DA6B-678A-89AA322F7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54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E95333FF-F2B1-86AA-C88E-CD71DC8A2F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79737577-CED9-374C-BCDA-277789F3C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0794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B5B7C-8112-F167-01EF-C2241A8B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EDB0F39-15DD-B50E-13C8-CD18F391956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55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5FE325F4-EB48-7D97-5139-2B875F00B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55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8B9EDC61-CE97-CF7F-79B3-7214A72AE2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6A2CA1AA-C535-DA0A-EAD2-6206DC72A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1207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CB2D7-DF81-8A5F-DB4B-7A117C74D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52BC0CA-E3AB-D183-2D3A-AEBCD65A19C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56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A5D4A72B-2127-87DE-9326-E8B8C9FD2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56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024A7319-ACF9-2510-41DE-B64950BAD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002B0668-7474-A97C-4186-049552929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184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C2516-203F-409A-7329-CD3F2135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E14E1FA4-3E73-F2F4-EF21-CD038AD73E7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57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AE1826F3-CCC9-BB7B-7105-7A612654B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57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9990E69-6AD5-8F4B-97F2-F12E113373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4D0CF065-C311-1A06-886A-CC2D74FF5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7766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28D6C-B0EE-0529-B6EB-A224E26E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EDD130A-F9D6-EF87-626E-7C8E1BD7CB1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58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09B5232A-D639-0D7B-8837-A2100DD18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58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67C5703C-78AD-D0CF-A0C3-4D04EDA885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89F04162-50C9-9D18-C6DC-14D1A05B3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34076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29FBF-65D2-DEA1-86C8-A5B12C8F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A0EF9D1-7B1D-E6C6-918F-106B8D3D6B1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59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83E11990-AF5F-1A1A-5931-FAF0A10D8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59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035AC7E-5794-D7DB-85DA-8902C1BE75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D058D294-D7CE-C26A-7C0F-8A58E39881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8573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C6F9F-1100-2C55-F237-12AE1118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B26BBE50-2C01-A199-679A-FC6B0777BDB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60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6E06481B-00FE-4EAE-9687-16B3D4BBA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60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4168743C-0C8C-5D1F-614A-730389F6D8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7E206BD3-5717-D3AB-6F33-E00E14208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78170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5ECA9-6C12-98D3-67C3-AC583274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00F8224-679B-3B4E-ADC8-FEDEF8B5B74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61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59F5AFBD-7EE6-E766-B0DD-F667A21F8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61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3F75DE78-99C4-4E11-EF6A-1848010FBE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26862BC3-27CA-1AB9-11A4-0BFFC5664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0672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87B12-5567-EA1F-3C38-5868741D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A6DF55E-07B0-24D8-CB84-9060FF2AE19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62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61ABE0B3-AD91-A34E-4BBF-3ACE5BE13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62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219ACB16-1A7F-AB5A-62AA-6B4DE61991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C147D7A2-5A05-77C4-E754-D557FF985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77141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94DBA-D92E-DC98-3568-0B1921DA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755C46CB-1212-D7A0-634A-69F0DABFFD0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63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48C2C666-ABD9-26BE-AB6E-513526877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63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486D8033-9045-C79F-A962-F2E2DD04E8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5C2EE4F8-AE88-CC2E-BBAB-717036F15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70880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14767-C31B-2EE0-5E51-016E4449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2E2080F-CF09-EA30-569F-CDF6D14DB2B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64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B651BE39-8DCF-2C68-32F6-C08E26EE0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64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65804605-2860-C57E-06E6-71652C63D6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1AEB0EED-4E4E-A963-4646-F4EF34265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3033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9D42A-7C95-B119-C089-80452E291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AB02157-EE1E-607C-31C3-2A958036E86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65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AC54058D-41B9-AFBA-543A-44A407ED6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65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22669198-93A2-F2FA-175C-D9ED697EA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E4049329-8EE1-35D7-1790-B82FE6C664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74231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D569E-63A5-9A61-AEB6-592D068BD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1EBE6097-537C-792A-0759-CD9BBF9DFA9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66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9ACD7115-C7AF-AFC7-A506-527E27A66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66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4C2AA216-C04A-6573-02E1-056850E14B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E61BD348-E9E3-D1C6-0F03-1B2389341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02906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B9739-869E-51C6-780C-CF5F8AC27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1F4C91E-B4C8-2448-B775-CD9E84532B9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67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C66AE8B5-B2B3-D365-507F-07E7A8222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67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12AA753B-0384-8990-7C88-CF833CA556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40EFA573-52C8-3CE2-A77E-B99B7425A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61313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CE94F-077B-D14C-0931-512DD080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8095344A-A407-2F86-F2DF-CA4519AC493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68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31F50EA0-C43B-798B-3532-09BD8EB1E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68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0D7E0AD2-9EB4-8367-E20D-B5FBE38380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B4D547A9-A92B-AE2F-C102-6F753445A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20006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C4B3-67F3-2D34-988B-7A6303ED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8BCB4BE8-D4BD-C349-8BD4-CCD1A7F1B4F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69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5CDBDF9E-F4EA-1DF8-1236-2D5D7C0F2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69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675EAD4-89EB-6863-644C-5E796BFFF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2CD3B1E4-89EA-0DA8-C2D0-1B65BD24C8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89235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D8FA5-3F7F-CB7C-C7D0-4D8F6624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E7CAC841-8846-CE10-C5A1-BC9A0B225A0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70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3DD3BA25-4583-D3D4-088B-6FDC7666A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70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B08D5CF-5A67-7CE6-AE00-1E528BB411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D26F1ACD-512E-E797-0CB0-E55385830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3022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C7A1F-851A-7460-6942-75A006D4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D6D0961-B87A-DCA0-DB74-A7FA54A2358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71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D47C595D-7B08-4586-6AFC-2C901B519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71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FEC2C580-49FB-9C11-038C-693E0A8162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7952EBD5-A0CE-90B2-F0AB-5D252D9F96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6433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64002-D465-0DAF-5DB5-419D14AD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7EB413FF-D6A4-F961-2272-B470962ABE0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72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41FC8A34-1C11-A898-0C55-26724C0BD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72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5ED75B05-A1FE-C73C-51A6-43E01B059E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EFB3E57E-EEC6-15EC-7BCA-2F5789085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86847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B6AFF-161C-7DCE-48F2-2956B149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2882E346-ADEE-A28B-C671-31A20EA948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8B9F5F-7641-40F4-8860-139DC291E278}" type="slidenum">
              <a:rPr lang="en-US" altLang="es-CO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73</a:t>
            </a:fld>
            <a:endParaRPr lang="en-US" altLang="es-CO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>
            <a:extLst>
              <a:ext uri="{FF2B5EF4-FFF2-40B4-BE49-F238E27FC236}">
                <a16:creationId xmlns:a16="http://schemas.microsoft.com/office/drawing/2014/main" id="{2AE00334-4C20-EF58-01CB-3835F50C8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480600-8D39-4417-A2D7-7684714011FB}" type="slidenum">
              <a:rPr lang="en-US" altLang="es-CO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73</a:t>
            </a:fld>
            <a:endParaRPr lang="en-US" altLang="es-CO" sz="1200">
              <a:solidFill>
                <a:srgbClr val="000000"/>
              </a:solidFill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id="{7BD103DC-DC3B-4F9F-3B37-72CC546D7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id="{046A5AD6-F855-5553-C205-50C809BF7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s-ES" altLang="es-CO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118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439" y="4396197"/>
            <a:ext cx="7075093" cy="972784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439" y="5416351"/>
            <a:ext cx="7075093" cy="413808"/>
          </a:xfrm>
        </p:spPr>
        <p:txBody>
          <a:bodyPr>
            <a:normAutofit/>
          </a:bodyPr>
          <a:lstStyle>
            <a:lvl1pPr marL="0" indent="0" algn="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727199" y="4219302"/>
            <a:ext cx="8091054" cy="99881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47098" y="7210344"/>
            <a:ext cx="3618609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Imagen 7" descr="Logotipo, Icono&#10;&#10;Descripción generada automáticamente">
            <a:extLst>
              <a:ext uri="{FF2B5EF4-FFF2-40B4-BE49-F238E27FC236}">
                <a16:creationId xmlns:a16="http://schemas.microsoft.com/office/drawing/2014/main" id="{2C9995DF-2932-242C-9441-4908D56250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009" y="4151017"/>
            <a:ext cx="2911791" cy="11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3823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439" y="4396197"/>
            <a:ext cx="7075093" cy="972784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439" y="5416351"/>
            <a:ext cx="7075093" cy="413808"/>
          </a:xfrm>
        </p:spPr>
        <p:txBody>
          <a:bodyPr>
            <a:normAutofit/>
          </a:bodyPr>
          <a:lstStyle>
            <a:lvl1pPr marL="0" indent="0" algn="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727199" y="4219302"/>
            <a:ext cx="8091054" cy="99881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350256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602E4009-4D07-0110-002E-0B4D3B51F6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009" y="4151017"/>
            <a:ext cx="2911791" cy="11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0786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5447" y="4984027"/>
            <a:ext cx="7075093" cy="972784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5447" y="6004181"/>
            <a:ext cx="7075093" cy="413808"/>
          </a:xfrm>
        </p:spPr>
        <p:txBody>
          <a:bodyPr>
            <a:normAutofit/>
          </a:bodyPr>
          <a:lstStyle>
            <a:lvl1pPr marL="0" indent="0" algn="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618613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BE0BA74D-EEFF-13B9-2628-549E8EBB4E9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275" y="3687555"/>
            <a:ext cx="2911791" cy="11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4276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75447" y="4984027"/>
            <a:ext cx="7075093" cy="972784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5447" y="6004181"/>
            <a:ext cx="7075093" cy="413808"/>
          </a:xfrm>
        </p:spPr>
        <p:txBody>
          <a:bodyPr>
            <a:normAutofit/>
          </a:bodyPr>
          <a:lstStyle>
            <a:lvl1pPr marL="0" indent="0" algn="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390012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BE0BA74D-EEFF-13B9-2628-549E8EBB4E9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275" y="3687555"/>
            <a:ext cx="2911791" cy="11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3475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476" y="1772741"/>
            <a:ext cx="7075093" cy="97278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476" y="2792895"/>
            <a:ext cx="7075093" cy="413808"/>
          </a:xfrm>
        </p:spPr>
        <p:txBody>
          <a:bodyPr>
            <a:normAutofit/>
          </a:bodyPr>
          <a:lstStyle>
            <a:lvl1pPr marL="0" indent="0" algn="l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2973615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71" y="549412"/>
            <a:ext cx="2911791" cy="11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7057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476" y="1772741"/>
            <a:ext cx="7075093" cy="97278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476" y="2792895"/>
            <a:ext cx="7075093" cy="413808"/>
          </a:xfrm>
        </p:spPr>
        <p:txBody>
          <a:bodyPr>
            <a:normAutofit/>
          </a:bodyPr>
          <a:lstStyle>
            <a:lvl1pPr marL="0" indent="0" algn="l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2973615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71" y="549412"/>
            <a:ext cx="2911791" cy="11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575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253" y="4690110"/>
            <a:ext cx="7075093" cy="972784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253" y="5710264"/>
            <a:ext cx="7075093" cy="413808"/>
          </a:xfrm>
        </p:spPr>
        <p:txBody>
          <a:bodyPr>
            <a:normAutofit/>
          </a:bodyPr>
          <a:lstStyle>
            <a:lvl1pPr marL="0" indent="0" algn="ct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2906239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029" y="6210361"/>
            <a:ext cx="2197711" cy="8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2871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253" y="4690110"/>
            <a:ext cx="7075093" cy="972784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253" y="5710264"/>
            <a:ext cx="7075093" cy="413808"/>
          </a:xfrm>
        </p:spPr>
        <p:txBody>
          <a:bodyPr>
            <a:normAutofit/>
          </a:bodyPr>
          <a:lstStyle>
            <a:lvl1pPr marL="0" indent="0" algn="ct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648429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029" y="6210361"/>
            <a:ext cx="2197711" cy="8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9420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508C51D1-E784-49FC-A10E-45DCF541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439" y="4396197"/>
            <a:ext cx="7075093" cy="972784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AB671F00-FA4D-44B1-BDD4-E428ECB9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439" y="5416351"/>
            <a:ext cx="7075093" cy="413808"/>
          </a:xfrm>
        </p:spPr>
        <p:txBody>
          <a:bodyPr>
            <a:normAutofit/>
          </a:bodyPr>
          <a:lstStyle>
            <a:lvl1pPr marL="0" indent="0" algn="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E9C19E82-311E-4507-BFDD-6F54D9CABE2E}"/>
              </a:ext>
            </a:extLst>
          </p:cNvPr>
          <p:cNvSpPr/>
          <p:nvPr userDrawn="1"/>
        </p:nvSpPr>
        <p:spPr>
          <a:xfrm>
            <a:off x="1727199" y="4219302"/>
            <a:ext cx="8091054" cy="99881"/>
          </a:xfrm>
          <a:prstGeom prst="rect">
            <a:avLst/>
          </a:prstGeom>
          <a:gradFill>
            <a:gsLst>
              <a:gs pos="0">
                <a:srgbClr val="D0EB00"/>
              </a:gs>
              <a:gs pos="100000">
                <a:srgbClr val="D0EB00"/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060243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</a:t>
            </a:r>
            <a:r>
              <a:rPr lang="es-ES" b="1" i="0">
                <a:solidFill>
                  <a:srgbClr val="D0EB00"/>
                </a:solidFill>
                <a:latin typeface="Avenir Next Medium" panose="020B0603020202020204" pitchFamily="34" charset="0"/>
              </a:rPr>
              <a:t>2026</a:t>
            </a:r>
            <a:endParaRPr lang="es-CO" b="1" i="0">
              <a:solidFill>
                <a:srgbClr val="D0EB00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9470649C-DFE0-2CDC-522F-66DD42B49B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98099" y="4219302"/>
            <a:ext cx="2874211" cy="100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70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111716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</a:t>
            </a:r>
            <a:r>
              <a:rPr lang="es-ES" b="1" i="0">
                <a:solidFill>
                  <a:srgbClr val="D0EB00"/>
                </a:solidFill>
                <a:latin typeface="Avenir Next Medium" panose="020B0603020202020204" pitchFamily="34" charset="0"/>
              </a:rPr>
              <a:t>2026</a:t>
            </a:r>
            <a:endParaRPr lang="es-CO" b="1" i="0">
              <a:solidFill>
                <a:srgbClr val="D0EB00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5447" y="4984027"/>
            <a:ext cx="7075093" cy="972784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5447" y="6004181"/>
            <a:ext cx="7075093" cy="413808"/>
          </a:xfrm>
        </p:spPr>
        <p:txBody>
          <a:bodyPr>
            <a:normAutofit/>
          </a:bodyPr>
          <a:lstStyle>
            <a:lvl1pPr marL="0" indent="0" algn="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4F1ABB4A-8F75-DA80-8510-29CE49C1B8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6327" y="3832550"/>
            <a:ext cx="2874211" cy="100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15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230983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</a:t>
            </a:r>
            <a:r>
              <a:rPr lang="es-ES" b="1" i="0">
                <a:solidFill>
                  <a:srgbClr val="D0EB00"/>
                </a:solidFill>
                <a:latin typeface="Avenir Next Medium" panose="020B0603020202020204" pitchFamily="34" charset="0"/>
              </a:rPr>
              <a:t>2026</a:t>
            </a:r>
            <a:endParaRPr lang="es-CO" b="1" i="0">
              <a:solidFill>
                <a:srgbClr val="D0EB00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FDF1034-9D25-488F-81BF-695C3909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476" y="1772741"/>
            <a:ext cx="7075093" cy="97278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B64B71BA-AEA5-4DFC-81E8-27A3F870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476" y="2792895"/>
            <a:ext cx="7075093" cy="413808"/>
          </a:xfrm>
        </p:spPr>
        <p:txBody>
          <a:bodyPr>
            <a:normAutofit/>
          </a:bodyPr>
          <a:lstStyle>
            <a:lvl1pPr marL="0" indent="0" algn="l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5" name="Gráfico 18">
            <a:extLst>
              <a:ext uri="{FF2B5EF4-FFF2-40B4-BE49-F238E27FC236}">
                <a16:creationId xmlns:a16="http://schemas.microsoft.com/office/drawing/2014/main" id="{654D34D8-D268-105C-D35B-EED5C6A47F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476" y="621263"/>
            <a:ext cx="2874211" cy="100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306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2925489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</a:t>
            </a:r>
            <a:r>
              <a:rPr lang="es-ES" b="1" i="0">
                <a:solidFill>
                  <a:srgbClr val="D0EB00"/>
                </a:solidFill>
                <a:latin typeface="Avenir Next Medium" panose="020B0603020202020204" pitchFamily="34" charset="0"/>
              </a:rPr>
              <a:t>2026</a:t>
            </a:r>
            <a:endParaRPr lang="es-CO" b="1" i="0">
              <a:solidFill>
                <a:srgbClr val="D0EB00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253" y="4690110"/>
            <a:ext cx="7075093" cy="972784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253" y="5710264"/>
            <a:ext cx="7075093" cy="413808"/>
          </a:xfrm>
        </p:spPr>
        <p:txBody>
          <a:bodyPr>
            <a:normAutofit/>
          </a:bodyPr>
          <a:lstStyle>
            <a:lvl1pPr marL="0" indent="0" algn="ct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260A5ADD-2F8F-6F13-38C9-741552FA38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9080" y="6275849"/>
            <a:ext cx="2159439" cy="75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82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0389F3C-F4C4-45B0-80F6-7973FC9E715F}"/>
              </a:ext>
            </a:extLst>
          </p:cNvPr>
          <p:cNvSpPr/>
          <p:nvPr userDrawn="1"/>
        </p:nvSpPr>
        <p:spPr>
          <a:xfrm>
            <a:off x="3727049" y="0"/>
            <a:ext cx="10090552" cy="77724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231263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</a:t>
            </a:r>
            <a:r>
              <a:rPr lang="es-ES" b="1" i="0">
                <a:solidFill>
                  <a:srgbClr val="D0EB00"/>
                </a:solidFill>
                <a:latin typeface="Avenir Next Medium" panose="020B0603020202020204" pitchFamily="34" charset="0"/>
              </a:rPr>
              <a:t>2026</a:t>
            </a:r>
            <a:endParaRPr lang="es-CO" b="1" i="0">
              <a:solidFill>
                <a:srgbClr val="D0EB00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1719" y="5483709"/>
            <a:ext cx="7075093" cy="972784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600">
                <a:effectLst/>
                <a:latin typeface="Vice City Sans" panose="02000000000000000000" pitchFamily="50" charset="0"/>
              </a:defRPr>
            </a:lvl1pPr>
          </a:lstStyle>
          <a:p>
            <a:r>
              <a:rPr lang="es-ES" err="1"/>
              <a:t>Hagandccdncknckdnckdncdkcncn</a:t>
            </a:r>
            <a:endParaRPr lang="es-CO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2CF54FD3-31DC-4E24-8357-49F05ACE7E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2599" y="4333034"/>
            <a:ext cx="2874213" cy="100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76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BB69F40-78E6-4E7D-942E-D48A83F9B8BB}"/>
              </a:ext>
            </a:extLst>
          </p:cNvPr>
          <p:cNvSpPr/>
          <p:nvPr userDrawn="1"/>
        </p:nvSpPr>
        <p:spPr>
          <a:xfrm flipH="1">
            <a:off x="0" y="0"/>
            <a:ext cx="10090552" cy="77724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390013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</a:t>
            </a:r>
            <a:r>
              <a:rPr lang="es-ES" b="1" i="0">
                <a:solidFill>
                  <a:srgbClr val="D0EB00"/>
                </a:solidFill>
                <a:latin typeface="Avenir Next Medium" panose="020B0603020202020204" pitchFamily="34" charset="0"/>
              </a:rPr>
              <a:t>2026</a:t>
            </a:r>
            <a:endParaRPr lang="es-CO" b="1" i="0">
              <a:solidFill>
                <a:srgbClr val="D0EB00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E69CF11-4305-42E0-8DC3-C2BA5DC1E6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476" y="621263"/>
            <a:ext cx="2874213" cy="1002427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478EF96-255E-4437-9F7B-C344B0354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476" y="1772741"/>
            <a:ext cx="7075093" cy="972784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E70A27B-37BE-4E65-BB74-D433900A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476" y="2792895"/>
            <a:ext cx="7075093" cy="413808"/>
          </a:xfrm>
        </p:spPr>
        <p:txBody>
          <a:bodyPr>
            <a:normAutofit/>
          </a:bodyPr>
          <a:lstStyle>
            <a:lvl1pPr marL="0" indent="0" algn="l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9418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37E542D-6EF4-40FC-B482-30158BD3D149}"/>
              </a:ext>
            </a:extLst>
          </p:cNvPr>
          <p:cNvSpPr/>
          <p:nvPr userDrawn="1"/>
        </p:nvSpPr>
        <p:spPr>
          <a:xfrm rot="16200000" flipH="1">
            <a:off x="4805102" y="-1240099"/>
            <a:ext cx="4207398" cy="13817601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47098" y="7210344"/>
            <a:ext cx="3479465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tx1"/>
                </a:solidFill>
                <a:latin typeface="Avenir Next Medium" panose="020B0603020202020204" pitchFamily="34" charset="0"/>
              </a:rPr>
              <a:t> </a:t>
            </a:r>
            <a:r>
              <a:rPr lang="es-ES" b="1" i="0">
                <a:solidFill>
                  <a:srgbClr val="D0EB00"/>
                </a:solidFill>
                <a:latin typeface="Avenir Next Medium" panose="020B0603020202020204" pitchFamily="34" charset="0"/>
              </a:rPr>
              <a:t>2026</a:t>
            </a:r>
            <a:endParaRPr lang="es-CO" b="1" i="0">
              <a:solidFill>
                <a:srgbClr val="D0EB00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253" y="4690110"/>
            <a:ext cx="7075093" cy="972784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253" y="5710264"/>
            <a:ext cx="7075093" cy="413808"/>
          </a:xfrm>
        </p:spPr>
        <p:txBody>
          <a:bodyPr>
            <a:normAutofit/>
          </a:bodyPr>
          <a:lstStyle>
            <a:lvl1pPr marL="0" indent="0" algn="ct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D5A427AA-4B36-4492-A2BE-393D9B7B83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9080" y="6275849"/>
            <a:ext cx="2159439" cy="75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28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21" y="1450848"/>
            <a:ext cx="13057536" cy="534445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046889" y="338244"/>
            <a:ext cx="0" cy="70908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43" y="265821"/>
            <a:ext cx="8398892" cy="972784"/>
          </a:xfrm>
        </p:spPr>
        <p:txBody>
          <a:bodyPr anchor="b">
            <a:noAutofit/>
          </a:bodyPr>
          <a:lstStyle>
            <a:lvl1pPr algn="l"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280682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C60F3F6A-D901-B88A-301C-783EA0EAB8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071" y="255792"/>
            <a:ext cx="2197711" cy="8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7737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21" y="1450848"/>
            <a:ext cx="13057536" cy="534445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046889" y="338244"/>
            <a:ext cx="0" cy="70908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43" y="265821"/>
            <a:ext cx="8398892" cy="972784"/>
          </a:xfrm>
        </p:spPr>
        <p:txBody>
          <a:bodyPr anchor="b">
            <a:noAutofit/>
          </a:bodyPr>
          <a:lstStyle>
            <a:lvl1pPr algn="l"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47098" y="7210344"/>
            <a:ext cx="3409891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9CA6321D-7B01-7334-BBF5-BE2DA5FD1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071" y="255792"/>
            <a:ext cx="2197711" cy="8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59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21" y="1450848"/>
            <a:ext cx="13057536" cy="53444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046889" y="338244"/>
            <a:ext cx="0" cy="70908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20956670-5A7F-49D4-8722-176461D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8C3BA5-13A6-4C67-9E38-A11D21214C24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EF6EAF07-730A-4E35-915E-D653A3202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43" y="265821"/>
            <a:ext cx="8398892" cy="972784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FF5260-7128-4E59-A75B-BB53F0308A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8A9F594-838A-45CA-B7A3-101BEA134EA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3271241-B6E9-4D53-B2D0-9A222A7A6E45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936664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bg1"/>
                </a:solidFill>
                <a:latin typeface="Avenir Next Medium" panose="020B0603020202020204" pitchFamily="34" charset="0"/>
              </a:rPr>
              <a:t> </a:t>
            </a:r>
            <a:r>
              <a:rPr lang="es-ES" b="1" i="0">
                <a:solidFill>
                  <a:srgbClr val="D0EB00"/>
                </a:solidFill>
                <a:latin typeface="Avenir Next Medium" panose="020B0603020202020204" pitchFamily="34" charset="0"/>
              </a:rPr>
              <a:t>2026</a:t>
            </a:r>
            <a:endParaRPr lang="es-CO" b="1" i="0">
              <a:solidFill>
                <a:srgbClr val="D0EB00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6" name="Gráfico 18">
            <a:extLst>
              <a:ext uri="{FF2B5EF4-FFF2-40B4-BE49-F238E27FC236}">
                <a16:creationId xmlns:a16="http://schemas.microsoft.com/office/drawing/2014/main" id="{D62B7823-71B9-BE40-1CA4-29D22B6DFF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5237" y="326070"/>
            <a:ext cx="2068019" cy="72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975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211109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071" y="255792"/>
            <a:ext cx="2197711" cy="8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32358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081893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 2026</a:t>
            </a:r>
            <a:endParaRPr lang="es-CO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071" y="255792"/>
            <a:ext cx="2197711" cy="8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826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3B0B8-AF4E-4772-B211-71B3D1D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1AF250-82BD-4487-AE36-B7878660DB59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F375EB8E-3BCB-4783-BA02-63B6BC4F41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D95C39D-1678-4144-854F-6707ACA0A64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CA5982C-58D0-42AB-B818-0FBB3CCA2734}"/>
              </a:ext>
            </a:extLst>
          </p:cNvPr>
          <p:cNvSpPr txBox="1">
            <a:spLocks/>
          </p:cNvSpPr>
          <p:nvPr userDrawn="1"/>
        </p:nvSpPr>
        <p:spPr>
          <a:xfrm>
            <a:off x="347099" y="7210344"/>
            <a:ext cx="3618613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r>
              <a:rPr lang="es-ES" b="1" i="0">
                <a:solidFill>
                  <a:schemeClr val="bg1"/>
                </a:solidFill>
                <a:latin typeface="Avenir Next Medium" panose="020B0603020202020204" pitchFamily="34" charset="0"/>
              </a:rPr>
              <a:t> </a:t>
            </a:r>
            <a:r>
              <a:rPr lang="es-ES" b="1" i="0">
                <a:solidFill>
                  <a:srgbClr val="D0EB00"/>
                </a:solidFill>
                <a:latin typeface="Avenir Next Medium" panose="020B0603020202020204" pitchFamily="34" charset="0"/>
              </a:rPr>
              <a:t>2026</a:t>
            </a:r>
            <a:endParaRPr lang="es-CO" b="1" i="0">
              <a:solidFill>
                <a:srgbClr val="D0EB00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Gráfico 18">
            <a:extLst>
              <a:ext uri="{FF2B5EF4-FFF2-40B4-BE49-F238E27FC236}">
                <a16:creationId xmlns:a16="http://schemas.microsoft.com/office/drawing/2014/main" id="{9AD03423-7102-F2AF-160D-8E286C0581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25237" y="326070"/>
            <a:ext cx="2068019" cy="72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407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0325FA-493F-414B-9F4D-48D79DC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A7632-4E47-4D76-AD2A-A7BB28E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7D1B44-BC11-48C4-A76E-BB940608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57B0B941-4A50-40E2-B280-513CE8BFB539}" type="datetimeFigureOut">
              <a:rPr lang="es-CO" smtClean="0"/>
              <a:pPr/>
              <a:t>4/03/2026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5E32E-CB67-48D4-B523-EA4227A2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9901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313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5" r:id="rId2"/>
    <p:sldLayoutId id="2147483702" r:id="rId3"/>
    <p:sldLayoutId id="2147483721" r:id="rId4"/>
    <p:sldLayoutId id="2147483703" r:id="rId5"/>
    <p:sldLayoutId id="2147483720" r:id="rId6"/>
    <p:sldLayoutId id="2147483704" r:id="rId7"/>
    <p:sldLayoutId id="2147483719" r:id="rId8"/>
    <p:sldLayoutId id="2147483697" r:id="rId9"/>
    <p:sldLayoutId id="2147483705" r:id="rId10"/>
    <p:sldLayoutId id="2147483706" r:id="rId11"/>
    <p:sldLayoutId id="2147483707" r:id="rId12"/>
    <p:sldLayoutId id="2147483709" r:id="rId13"/>
    <p:sldLayoutId id="2147483710" r:id="rId14"/>
    <p:sldLayoutId id="2147483711" r:id="rId15"/>
    <p:sldLayoutId id="2147483698" r:id="rId16"/>
    <p:sldLayoutId id="2147483717" r:id="rId17"/>
    <p:sldLayoutId id="2147483699" r:id="rId18"/>
    <p:sldLayoutId id="2147483700" r:id="rId19"/>
    <p:sldLayoutId id="2147483718" r:id="rId20"/>
    <p:sldLayoutId id="2147483701" r:id="rId21"/>
  </p:sldLayoutIdLst>
  <p:hf hdr="0" ftr="0" dt="0"/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080" b="1" kern="1200">
          <a:solidFill>
            <a:schemeClr val="tx1">
              <a:lumMod val="75000"/>
              <a:lumOff val="25000"/>
            </a:schemeClr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272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1813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1813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C2E982-36C0-498C-B328-C7952B44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1</a:t>
            </a:fld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FA92C4BC-15F6-8C0C-E363-08F53857D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5851" y="5548044"/>
            <a:ext cx="7539925" cy="1078787"/>
          </a:xfrm>
        </p:spPr>
        <p:txBody>
          <a:bodyPr/>
          <a:lstStyle/>
          <a:p>
            <a:r>
              <a:rPr lang="es-CO" sz="4000"/>
              <a:t>PROYECTO INTEGRADOR 1</a:t>
            </a:r>
            <a:br>
              <a:rPr lang="es-CO" sz="4000"/>
            </a:br>
            <a:r>
              <a:rPr lang="es-CO" sz="4000"/>
              <a:t>04/03/2026</a:t>
            </a:r>
          </a:p>
        </p:txBody>
      </p:sp>
    </p:spTree>
    <p:extLst>
      <p:ext uri="{BB962C8B-B14F-4D97-AF65-F5344CB8AC3E}">
        <p14:creationId xmlns:p14="http://schemas.microsoft.com/office/powerpoint/2010/main" val="2139373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CF34905-C813-45AD-A5FB-6915F48208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800"/>
              <a:t>SPRINT REVIEW – SPRINT 1</a:t>
            </a:r>
            <a:endParaRPr lang="es-CO" sz="48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1D9853-C1AF-4D5B-BAAC-DACF633A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8134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28667-1E3F-3A2F-111F-627AD4A4B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AABB8799-97D5-CE4C-B263-FDCB146687AF}"/>
              </a:ext>
            </a:extLst>
          </p:cNvPr>
          <p:cNvSpPr txBox="1">
            <a:spLocks/>
          </p:cNvSpPr>
          <p:nvPr/>
        </p:nvSpPr>
        <p:spPr>
          <a:xfrm>
            <a:off x="3957782" y="1722071"/>
            <a:ext cx="5902036" cy="2164129"/>
          </a:xfrm>
          <a:prstGeom prst="rect">
            <a:avLst/>
          </a:prstGeom>
        </p:spPr>
        <p:txBody>
          <a:bodyPr vert="horz" lIns="77724" tIns="38862" rIns="77724" bIns="38862" rtlCol="0">
            <a:no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Char char="•"/>
            </a:pPr>
            <a:r>
              <a:rPr lang="es-MX"/>
              <a:t>Base técnica del sistema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MX"/>
              <a:t>Formulario inicial de simulación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MX"/>
              <a:t>Inicio de sesión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MX" err="1"/>
              <a:t>Landing</a:t>
            </a:r>
            <a:r>
              <a:rPr lang="es-MX"/>
              <a:t> page del sistema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s-MX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1D14A5DA-9B6A-ED52-1EDF-8306F63E7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3344" y="226031"/>
            <a:ext cx="7428216" cy="751071"/>
          </a:xfrm>
        </p:spPr>
        <p:txBody>
          <a:bodyPr/>
          <a:lstStyle/>
          <a:p>
            <a:pPr algn="ctr"/>
            <a:r>
              <a:rPr lang="es-CO" sz="4400"/>
              <a:t>OBJETIVO DEL SPRINT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C7F842-0F51-A69F-50FB-102CAA045131}"/>
              </a:ext>
            </a:extLst>
          </p:cNvPr>
          <p:cNvSpPr txBox="1"/>
          <p:nvPr/>
        </p:nvSpPr>
        <p:spPr>
          <a:xfrm>
            <a:off x="3479865" y="4500343"/>
            <a:ext cx="68578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/>
              <a:t>¿Por qué se dividió el sprint de esta forma?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s-MX" sz="2800"/>
              <a:t>Priorizar infraestructura técnica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s-MX" sz="2800"/>
              <a:t>Reducir riesgos de integración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s-MX" sz="2800"/>
              <a:t>Preparar base para simulador</a:t>
            </a:r>
          </a:p>
        </p:txBody>
      </p:sp>
    </p:spTree>
    <p:extLst>
      <p:ext uri="{BB962C8B-B14F-4D97-AF65-F5344CB8AC3E}">
        <p14:creationId xmlns:p14="http://schemas.microsoft.com/office/powerpoint/2010/main" val="15928723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D500-0B8C-3BB0-6FBB-747D73B9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16DF8CDB-41AA-3FD0-77B3-2B0CA2A3BB77}"/>
              </a:ext>
            </a:extLst>
          </p:cNvPr>
          <p:cNvSpPr txBox="1">
            <a:spLocks/>
          </p:cNvSpPr>
          <p:nvPr/>
        </p:nvSpPr>
        <p:spPr>
          <a:xfrm>
            <a:off x="794442" y="2510443"/>
            <a:ext cx="5423478" cy="2364629"/>
          </a:xfrm>
          <a:prstGeom prst="rect">
            <a:avLst/>
          </a:prstGeom>
        </p:spPr>
        <p:txBody>
          <a:bodyPr vert="horz" lIns="77724" tIns="38862" rIns="77724" bIns="38862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720"/>
              <a:t>Historias planeada: 30</a:t>
            </a:r>
          </a:p>
          <a:p>
            <a:pPr marL="0" indent="0" algn="l">
              <a:buNone/>
            </a:pPr>
            <a:r>
              <a:rPr lang="es-CO" sz="2720"/>
              <a:t>Historias completadas: 30</a:t>
            </a:r>
          </a:p>
          <a:p>
            <a:pPr marL="0" indent="0" algn="l">
              <a:buNone/>
            </a:pPr>
            <a:r>
              <a:rPr lang="es-CO" sz="2720"/>
              <a:t>Puntos: 126</a:t>
            </a:r>
          </a:p>
          <a:p>
            <a:pPr marL="0" indent="0" algn="l">
              <a:buNone/>
            </a:pPr>
            <a:r>
              <a:rPr lang="es-CO" sz="2720"/>
              <a:t>Issues </a:t>
            </a:r>
            <a:r>
              <a:rPr lang="es-CO" sz="2720" err="1"/>
              <a:t>Github</a:t>
            </a:r>
            <a:r>
              <a:rPr lang="es-CO" sz="2720"/>
              <a:t> cerradas: 33</a:t>
            </a: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C0077480-C04F-B419-3026-E2A0629F4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3344" y="277403"/>
            <a:ext cx="7428216" cy="699700"/>
          </a:xfrm>
        </p:spPr>
        <p:txBody>
          <a:bodyPr/>
          <a:lstStyle/>
          <a:p>
            <a:pPr algn="ctr"/>
            <a:r>
              <a:rPr lang="es-CO" sz="4800"/>
              <a:t>RESUMEN DE LO REALIZADO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3BFD3B2-30E5-DE92-AD45-1D8D87050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52" y="1075134"/>
            <a:ext cx="4429445" cy="33973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A63E1B3-8E1C-0639-6A55-A8304E392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592" y="4570506"/>
            <a:ext cx="4275748" cy="250025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8E90524-1EDA-049B-93E7-95EAF7F7B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 flipV="1">
            <a:off x="214007" y="5154935"/>
            <a:ext cx="7996137" cy="174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94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CE4A-D156-558F-EAAA-02EF26BA7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AC4DBF8-54AE-4553-459B-40E18B583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EVIDENCIAS DE CUMPLIMIENTO (PRODUCT BACKLOG)</a:t>
            </a:r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746631F9-1F40-01AA-4DBF-1B16B4713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45" y="2320715"/>
            <a:ext cx="6310984" cy="3783167"/>
          </a:xfrm>
          <a:prstGeom prst="rect">
            <a:avLst/>
          </a:prstGeom>
        </p:spPr>
      </p:pic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6BB95A86-9869-2F86-2EAB-25E70DE12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955" y="2320715"/>
            <a:ext cx="6216000" cy="378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681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C996F-46DB-1A94-4B46-1F94DC1B4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2F97900-421A-26BE-E39D-351F56313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EVIDENCIAS DE CUMPLIMIENTO (PRODUCT BACKLOG)</a:t>
            </a:r>
          </a:p>
        </p:txBody>
      </p:sp>
      <p:pic>
        <p:nvPicPr>
          <p:cNvPr id="12" name="Imagen 11" descr="Tabla&#10;&#10;El contenido generado por IA puede ser incorrecto.">
            <a:extLst>
              <a:ext uri="{FF2B5EF4-FFF2-40B4-BE49-F238E27FC236}">
                <a16:creationId xmlns:a16="http://schemas.microsoft.com/office/drawing/2014/main" id="{E9504D3C-DD55-4E71-6A79-652D78C4D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51" y="2566044"/>
            <a:ext cx="6723173" cy="3372420"/>
          </a:xfrm>
          <a:prstGeom prst="rect">
            <a:avLst/>
          </a:prstGeom>
        </p:spPr>
      </p:pic>
      <p:pic>
        <p:nvPicPr>
          <p:cNvPr id="14" name="Imagen 13" descr="Tabla&#10;&#10;El contenido generado por IA puede ser incorrecto.">
            <a:extLst>
              <a:ext uri="{FF2B5EF4-FFF2-40B4-BE49-F238E27FC236}">
                <a16:creationId xmlns:a16="http://schemas.microsoft.com/office/drawing/2014/main" id="{4D1A7A37-074F-EB24-85B5-B58FD99DE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667" y="2566044"/>
            <a:ext cx="5963689" cy="337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413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2BF0-DCBE-2BBE-6D79-11B63C59A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D61B6B-3544-0CA1-1773-1BF11FFE4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EVIDENCIAS DE CUMPLIMIENTO (PRODUCT BACKLOG)</a:t>
            </a:r>
          </a:p>
        </p:txBody>
      </p:sp>
      <p:pic>
        <p:nvPicPr>
          <p:cNvPr id="8" name="Imagen 7" descr="Tabla&#10;&#10;El contenido generado por IA puede ser incorrecto.">
            <a:extLst>
              <a:ext uri="{FF2B5EF4-FFF2-40B4-BE49-F238E27FC236}">
                <a16:creationId xmlns:a16="http://schemas.microsoft.com/office/drawing/2014/main" id="{56E892AA-4B2D-53F8-925A-65F104059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2" y="2267931"/>
            <a:ext cx="6654508" cy="3711630"/>
          </a:xfrm>
          <a:prstGeom prst="rect">
            <a:avLst/>
          </a:prstGeom>
        </p:spPr>
      </p:pic>
      <p:pic>
        <p:nvPicPr>
          <p:cNvPr id="11" name="Imagen 10" descr="Tabla&#10;&#10;El contenido generado por IA puede ser incorrecto.">
            <a:extLst>
              <a:ext uri="{FF2B5EF4-FFF2-40B4-BE49-F238E27FC236}">
                <a16:creationId xmlns:a16="http://schemas.microsoft.com/office/drawing/2014/main" id="{D9E6EABE-D9AA-C9BE-D55B-B59719CC0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037" y="2267931"/>
            <a:ext cx="6279888" cy="374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67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FE148-E61C-327D-7205-3CECF3B0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3A0F5C9-B9F7-9BAA-F6D6-DFD6F1E65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EVIDENCIAS DE CUMPLIMIENTO (PRODUCT BACKLOG)</a:t>
            </a:r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2E9960DF-02DD-9A3B-CD08-E289CEA9E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58" y="2453059"/>
            <a:ext cx="6371841" cy="3721709"/>
          </a:xfrm>
          <a:prstGeom prst="rect">
            <a:avLst/>
          </a:prstGeom>
        </p:spPr>
      </p:pic>
      <p:pic>
        <p:nvPicPr>
          <p:cNvPr id="5" name="Imagen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39E0D535-525B-EFC2-A274-EF47889FC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260" y="3035092"/>
            <a:ext cx="6734709" cy="243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78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8A20B-152D-816C-4805-F2250788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958A6-103E-4823-86CA-E4CF9F423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70" y="1819583"/>
            <a:ext cx="6793374" cy="4591491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7F7BD341-3789-48DF-6E9B-C19A4CD7A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EVIDENCIAS DE CUMPLIMIENTO (ISSUES GITHUB)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704FC6-3FA3-807E-E902-9B9394C56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555" y="1819583"/>
            <a:ext cx="6332758" cy="459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71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03C96-6CD4-9310-AB0A-F7642856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3E29297-190E-D920-1C8E-890ACFCDF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EVIDENCIAS DE CUMPLIMIENTO (ISSUES GITHUB)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588D63-4028-1FC5-D89D-4B6A4BC63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27" y="1662171"/>
            <a:ext cx="12886576" cy="27085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64A7E-8BE0-8998-BA0F-193BF8332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27" y="4370762"/>
            <a:ext cx="12886576" cy="274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409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A188-B967-DEED-BFB5-902FDDCE7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6C6C8BE-1450-5493-1011-568426841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773" y="2280863"/>
            <a:ext cx="7572053" cy="2483778"/>
          </a:xfrm>
        </p:spPr>
        <p:txBody>
          <a:bodyPr/>
          <a:lstStyle/>
          <a:p>
            <a:pPr algn="ctr"/>
            <a:r>
              <a:rPr lang="es-CO" sz="8800"/>
              <a:t>AVANCES POR SECCIONES</a:t>
            </a:r>
          </a:p>
        </p:txBody>
      </p:sp>
    </p:spTree>
    <p:extLst>
      <p:ext uri="{BB962C8B-B14F-4D97-AF65-F5344CB8AC3E}">
        <p14:creationId xmlns:p14="http://schemas.microsoft.com/office/powerpoint/2010/main" val="37690715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A106-BB94-930D-5F67-9680ABD38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073088C-6B85-A27D-E84F-E56D42D9D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572" y="1873405"/>
            <a:ext cx="7660456" cy="4783873"/>
          </a:xfrm>
        </p:spPr>
        <p:txBody>
          <a:bodyPr/>
          <a:lstStyle/>
          <a:p>
            <a:pPr algn="ctr"/>
            <a:r>
              <a:rPr lang="es-CO" sz="8800"/>
              <a:t>ARQUITECTURA &amp; SETUP TÉCNICO</a:t>
            </a:r>
            <a:br>
              <a:rPr lang="es-CO" sz="8800"/>
            </a:br>
            <a:endParaRPr lang="es-CO" sz="8800"/>
          </a:p>
        </p:txBody>
      </p:sp>
    </p:spTree>
    <p:extLst>
      <p:ext uri="{BB962C8B-B14F-4D97-AF65-F5344CB8AC3E}">
        <p14:creationId xmlns:p14="http://schemas.microsoft.com/office/powerpoint/2010/main" val="16237381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A16C-B7F7-AD52-DFA7-049BF02D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0AF07D2-81A8-E6F9-EC0D-911D98D11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ARQUITECTURA &amp; SETUP TÉCNICO</a:t>
            </a:r>
            <a:br>
              <a:rPr lang="es-CO" sz="4000"/>
            </a:br>
            <a:endParaRPr lang="es-CO" sz="4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230D86-5A3A-CEE7-BB48-3221431CD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707" y="1726355"/>
            <a:ext cx="10424185" cy="537886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61D6EDB-A7BC-7F37-9437-E5C2F70F7285}"/>
              </a:ext>
            </a:extLst>
          </p:cNvPr>
          <p:cNvSpPr txBox="1"/>
          <p:nvPr/>
        </p:nvSpPr>
        <p:spPr>
          <a:xfrm>
            <a:off x="1800147" y="960539"/>
            <a:ext cx="10217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/>
              <a:t>HISTORIAS DE USUARIO REALIZADAS: </a:t>
            </a:r>
            <a:r>
              <a:rPr lang="fi-FI" sz="2400"/>
              <a:t>HU-48, HU-49, HU-50, HU-54, HU-83.</a:t>
            </a:r>
            <a:endParaRPr lang="es-CO" sz="2400"/>
          </a:p>
        </p:txBody>
      </p:sp>
    </p:spTree>
    <p:extLst>
      <p:ext uri="{BB962C8B-B14F-4D97-AF65-F5344CB8AC3E}">
        <p14:creationId xmlns:p14="http://schemas.microsoft.com/office/powerpoint/2010/main" val="23586176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3366-96DB-CA2B-F313-8EDA3310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5DD0F16-3476-7DF4-1A7A-BF051782B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ARQUITECTURA &amp; SETUP TÉCNICO</a:t>
            </a:r>
            <a:br>
              <a:rPr lang="es-CO" sz="4000"/>
            </a:br>
            <a:endParaRPr lang="es-CO" sz="4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56E96-B97F-7908-F1A5-F3CFFE0F6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668" y="1610769"/>
            <a:ext cx="9896264" cy="546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569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E0D8-CEA6-5FF6-6DBD-C4639321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23AD5AA-2434-997C-8B4E-C8C74F83F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ARQUITECTURA &amp; SETUP TÉCNICO</a:t>
            </a:r>
            <a:br>
              <a:rPr lang="es-CO" sz="4000"/>
            </a:br>
            <a:endParaRPr lang="es-CO" sz="4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B67814-950D-76B7-0980-BC56AE06C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316" y="1636760"/>
            <a:ext cx="10172616" cy="554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605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76170-BD0A-C49F-93F9-3AD4F574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443C9EF-6ADF-E718-8E95-428784161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305875"/>
          </a:xfrm>
        </p:spPr>
        <p:txBody>
          <a:bodyPr/>
          <a:lstStyle/>
          <a:p>
            <a:pPr algn="ctr"/>
            <a:r>
              <a:rPr lang="es-CO" sz="4000"/>
              <a:t>ARQUITECTURA &amp; SETUP TÉCNICO</a:t>
            </a:r>
            <a:br>
              <a:rPr lang="es-CO" sz="4000"/>
            </a:br>
            <a:endParaRPr lang="es-CO" sz="4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BA111A-14B3-347E-C9CB-3019C2FAA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222" y="1703560"/>
            <a:ext cx="10138071" cy="54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956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C754-C9E8-E9A6-08EA-E154519E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C9A4C706-C225-7710-ED6A-82585B263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1151" y="174661"/>
            <a:ext cx="7428216" cy="1196939"/>
          </a:xfrm>
        </p:spPr>
        <p:txBody>
          <a:bodyPr/>
          <a:lstStyle/>
          <a:p>
            <a:pPr algn="ctr"/>
            <a:r>
              <a:rPr lang="es-CO" sz="4000"/>
              <a:t>ARQUITECTURA &amp; SETUP TÉCNICO</a:t>
            </a:r>
            <a:br>
              <a:rPr lang="es-CO" sz="4000"/>
            </a:br>
            <a:endParaRPr lang="es-CO" sz="4000"/>
          </a:p>
        </p:txBody>
      </p:sp>
      <p:pic>
        <p:nvPicPr>
          <p:cNvPr id="3" name="Picture 2" descr="Captura de pantalla 2026-02-22 212334">
            <a:extLst>
              <a:ext uri="{FF2B5EF4-FFF2-40B4-BE49-F238E27FC236}">
                <a16:creationId xmlns:a16="http://schemas.microsoft.com/office/drawing/2014/main" id="{EBB77189-6AB7-B69E-FCBD-234EDD4BD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91" y="1480536"/>
            <a:ext cx="6810880" cy="1708217"/>
          </a:xfrm>
          <a:prstGeom prst="rect">
            <a:avLst/>
          </a:prstGeom>
        </p:spPr>
      </p:pic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7E52C212-6809-4570-DDBC-FA1859677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330" y="3252209"/>
            <a:ext cx="7428216" cy="434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609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6FC3-795D-2BB8-C034-F87BBE1C7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75EEA92-F3DE-9FFA-ED22-CF55E0FF4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572" y="1193180"/>
            <a:ext cx="7660456" cy="6077415"/>
          </a:xfrm>
        </p:spPr>
        <p:txBody>
          <a:bodyPr/>
          <a:lstStyle/>
          <a:p>
            <a:pPr algn="ctr"/>
            <a:r>
              <a:rPr lang="es-CO" sz="8800"/>
              <a:t>UX/UI DEL PRODUCTO (DISEÑO Y NAVEGACIÓN)</a:t>
            </a:r>
            <a:br>
              <a:rPr lang="es-CO" sz="8800"/>
            </a:br>
            <a:endParaRPr lang="es-CO" sz="8800"/>
          </a:p>
        </p:txBody>
      </p:sp>
    </p:spTree>
    <p:extLst>
      <p:ext uri="{BB962C8B-B14F-4D97-AF65-F5344CB8AC3E}">
        <p14:creationId xmlns:p14="http://schemas.microsoft.com/office/powerpoint/2010/main" val="36045692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F33A-4A73-8F97-8EC3-D524473F8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2F0C902-4E34-15F7-223D-ED358984B6FD}"/>
              </a:ext>
            </a:extLst>
          </p:cNvPr>
          <p:cNvSpPr txBox="1">
            <a:spLocks/>
          </p:cNvSpPr>
          <p:nvPr/>
        </p:nvSpPr>
        <p:spPr>
          <a:xfrm>
            <a:off x="3039962" y="3199129"/>
            <a:ext cx="7737676" cy="2004732"/>
          </a:xfrm>
          <a:prstGeom prst="rect">
            <a:avLst/>
          </a:prstGeom>
        </p:spPr>
        <p:txBody>
          <a:bodyPr vert="horz" lIns="77724" tIns="38862" rIns="77724" bIns="38862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err="1"/>
              <a:t>Wireframes</a:t>
            </a:r>
            <a:r>
              <a:rPr lang="es-CO"/>
              <a:t> Y </a:t>
            </a:r>
            <a:r>
              <a:rPr lang="es-CO" err="1"/>
              <a:t>design</a:t>
            </a:r>
            <a:r>
              <a:rPr lang="es-CO"/>
              <a:t> </a:t>
            </a:r>
            <a:r>
              <a:rPr lang="es-CO" err="1"/>
              <a:t>system</a:t>
            </a:r>
            <a:endParaRPr lang="es-CO"/>
          </a:p>
          <a:p>
            <a:r>
              <a:rPr lang="es-CO"/>
              <a:t>Prototipo navegable</a:t>
            </a:r>
          </a:p>
          <a:p>
            <a:r>
              <a:rPr lang="es-CO"/>
              <a:t>SERÍA LO DEL FIGMA NAVEGABLE, ALGUNAS PANTALLAS.</a:t>
            </a:r>
          </a:p>
          <a:p>
            <a:pPr marL="0" indent="0">
              <a:buNone/>
            </a:pPr>
            <a:endParaRPr lang="es-CO" sz="240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E546D6DD-05A5-2D0C-6D21-E4D9F0256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UX/UI DEL PRODUCTO (DISEÑO Y NAVEGACIÓN)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20DD99-9B35-A3EC-4B24-668C2F4CFEB3}"/>
              </a:ext>
            </a:extLst>
          </p:cNvPr>
          <p:cNvSpPr txBox="1">
            <a:spLocks/>
          </p:cNvSpPr>
          <p:nvPr/>
        </p:nvSpPr>
        <p:spPr>
          <a:xfrm>
            <a:off x="2562523" y="1480536"/>
            <a:ext cx="8692554" cy="779779"/>
          </a:xfrm>
          <a:prstGeom prst="rect">
            <a:avLst/>
          </a:prstGeom>
        </p:spPr>
        <p:txBody>
          <a:bodyPr vert="horz" lIns="77724" tIns="38862" rIns="77724" bIns="38862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400" b="1"/>
              <a:t>HISTORIAS DE USUARIO REALIZADAS: </a:t>
            </a:r>
            <a:r>
              <a:rPr lang="es-CO" sz="2400"/>
              <a:t>HU-44, HU-45, HU-46, HU-47</a:t>
            </a:r>
          </a:p>
        </p:txBody>
      </p:sp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7587A604-25E7-7E69-DB4D-D1EDF6F32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00" y="2056821"/>
            <a:ext cx="10753400" cy="52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614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AB30-5EB9-06F2-3C50-A00C3F61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56B77FC-D0C1-A2A4-9238-F2D2FE3CE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UX/UI DEL PRODUCTO (DISEÑO Y NAVEGACIÓN)</a:t>
            </a:r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5B533384-C277-E049-FA9B-CF0188A08C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593"/>
          <a:stretch>
            <a:fillRect/>
          </a:stretch>
        </p:blipFill>
        <p:spPr>
          <a:xfrm>
            <a:off x="3194692" y="2047111"/>
            <a:ext cx="7302499" cy="497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500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D2F4B-E28B-F612-33AA-455431CB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EE31FD3-6269-A510-030F-A1644116E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UX/UI DEL PRODUCTO (DISEÑO Y NAVEGACIÓN)</a:t>
            </a:r>
          </a:p>
        </p:txBody>
      </p:sp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6F046C40-A3F7-8D0F-1D09-557B38C2A0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4" b="3820"/>
          <a:stretch>
            <a:fillRect/>
          </a:stretch>
        </p:blipFill>
        <p:spPr>
          <a:xfrm>
            <a:off x="4319710" y="1931492"/>
            <a:ext cx="5789788" cy="566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52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E428-A4EA-EE93-6289-B3A6BB59F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CEE9BE6B-4FE6-6BB0-1DC0-B89A2559A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0603" y="1126273"/>
            <a:ext cx="9014724" cy="6077415"/>
          </a:xfrm>
        </p:spPr>
        <p:txBody>
          <a:bodyPr/>
          <a:lstStyle/>
          <a:p>
            <a:pPr algn="ctr"/>
            <a:r>
              <a:rPr lang="es-CO" sz="8800"/>
              <a:t>AUTENTICACIÓN (REGISTRO/LOGIN/SESIÓN)</a:t>
            </a:r>
            <a:br>
              <a:rPr lang="es-CO" sz="8800"/>
            </a:br>
            <a:endParaRPr lang="es-CO" sz="8800"/>
          </a:p>
        </p:txBody>
      </p:sp>
    </p:spTree>
    <p:extLst>
      <p:ext uri="{BB962C8B-B14F-4D97-AF65-F5344CB8AC3E}">
        <p14:creationId xmlns:p14="http://schemas.microsoft.com/office/powerpoint/2010/main" val="19127749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B4C5-F98E-46E4-C937-3087367D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3E8791-1229-517E-C376-BA99815FA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28E9B26-730C-6E23-62F3-8A83C850B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879" y="2118354"/>
            <a:ext cx="10455840" cy="5045729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B3AD5A-8153-D07A-4819-88FC718FD27C}"/>
              </a:ext>
            </a:extLst>
          </p:cNvPr>
          <p:cNvSpPr txBox="1">
            <a:spLocks/>
          </p:cNvSpPr>
          <p:nvPr/>
        </p:nvSpPr>
        <p:spPr>
          <a:xfrm>
            <a:off x="1516055" y="1484733"/>
            <a:ext cx="10785487" cy="526684"/>
          </a:xfrm>
          <a:prstGeom prst="rect">
            <a:avLst/>
          </a:prstGeom>
        </p:spPr>
        <p:txBody>
          <a:bodyPr vert="horz" lIns="77724" tIns="38862" rIns="77724" bIns="38862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400" b="1"/>
              <a:t>HISTORIAS DE USUARIO REALIZADAS: </a:t>
            </a:r>
            <a:r>
              <a:rPr lang="fi-FI" sz="2400"/>
              <a:t>HU-01, HU-02, HU-03, HU-04, HU-05, HU-06.</a:t>
            </a:r>
            <a:endParaRPr lang="es-CO" sz="2400"/>
          </a:p>
        </p:txBody>
      </p:sp>
    </p:spTree>
    <p:extLst>
      <p:ext uri="{BB962C8B-B14F-4D97-AF65-F5344CB8AC3E}">
        <p14:creationId xmlns:p14="http://schemas.microsoft.com/office/powerpoint/2010/main" val="6930106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B0C5-3A37-CA83-3689-DE2A337D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1019FCB-49E9-AA31-4013-74EFDD6B3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2" name="Imagen 1" descr="image">
            <a:extLst>
              <a:ext uri="{FF2B5EF4-FFF2-40B4-BE49-F238E27FC236}">
                <a16:creationId xmlns:a16="http://schemas.microsoft.com/office/drawing/2014/main" id="{D4E28918-5F29-85CE-9C4B-E92BAA72E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227" y="2136956"/>
            <a:ext cx="10353145" cy="501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357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D531A-33EE-04DC-DDF2-7823EB6C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01F89CF-A42F-ED7B-D3FF-B375F7FF8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2" name="Imagen 1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F3B61340-1FAC-FB05-2B09-F98EC38B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544" y="2118354"/>
            <a:ext cx="10614699" cy="503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427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EABD-54DC-B90B-2686-6E268D81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A661EA7-E974-1185-15A9-DAA1EC350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4" name="Imagen 3" descr="image">
            <a:extLst>
              <a:ext uri="{FF2B5EF4-FFF2-40B4-BE49-F238E27FC236}">
                <a16:creationId xmlns:a16="http://schemas.microsoft.com/office/drawing/2014/main" id="{96E12E4A-983C-6BF2-B08B-75CC4D9DB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192" y="1850648"/>
            <a:ext cx="11025263" cy="528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966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5AA0-1F22-D7C5-BAAE-146C9428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5898BE1-CE6D-3D93-37D2-8E2ED4B6B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094CCA86-EB97-14B5-F125-208D54087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56"/>
          <a:stretch>
            <a:fillRect/>
          </a:stretch>
        </p:blipFill>
        <p:spPr>
          <a:xfrm>
            <a:off x="3614670" y="2011417"/>
            <a:ext cx="7427916" cy="555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047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B04A-3F73-65BA-4539-D77662B0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E30C2AF-25C5-47BF-2CF1-C2C3DBC98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E10438-E6C7-2D49-C9E1-7C8A8EDF5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707" y="2140664"/>
            <a:ext cx="6558185" cy="528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475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AA37-9565-CBCC-3072-02D89F9E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DB1E49C-AD3D-6AEC-4E54-2770CFBC9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5" name="Imagen 4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0ADB8DA7-F2C0-8005-888A-0C83E9E8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249" y="1868058"/>
            <a:ext cx="9293101" cy="572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804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277547AA-8C75-80BA-29D9-0544F0CD2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603" y="1394980"/>
            <a:ext cx="11650425" cy="5659148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FB529D-11DD-1196-B4C8-F8141162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30</a:t>
            </a:fld>
            <a:endParaRPr lang="es-CO"/>
          </a:p>
        </p:txBody>
      </p:sp>
      <p:sp>
        <p:nvSpPr>
          <p:cNvPr id="6" name="Título 6">
            <a:extLst>
              <a:ext uri="{FF2B5EF4-FFF2-40B4-BE49-F238E27FC236}">
                <a16:creationId xmlns:a16="http://schemas.microsoft.com/office/drawing/2014/main" id="{CD89897D-EE2C-87CB-FAB0-0EE936900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</p:spTree>
    <p:extLst>
      <p:ext uri="{BB962C8B-B14F-4D97-AF65-F5344CB8AC3E}">
        <p14:creationId xmlns:p14="http://schemas.microsoft.com/office/powerpoint/2010/main" val="2150221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DB045-B8D4-AD6E-E95B-F7E9EAE1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52C9E56-12FF-756E-7D76-2C6BBD60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3C6F0D-ADE6-B77B-DCE7-9C0B6F718D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61" t="-3697" r="783" b="75000"/>
          <a:stretch>
            <a:fillRect/>
          </a:stretch>
        </p:blipFill>
        <p:spPr>
          <a:xfrm>
            <a:off x="2618039" y="2001758"/>
            <a:ext cx="8581518" cy="375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742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25F95-673F-11CE-EF17-6EA6B6575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3A88C97-BEC0-E7AC-EA60-44CA1506E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2" name="Imagen 1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B26B03BB-56A6-956D-29DF-484EDD84F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702" y="2172550"/>
            <a:ext cx="10304196" cy="499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025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96948-7984-5CE7-3967-D393AEA9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24FFDF2-30F2-B568-4442-C605AA3B5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2" name="Imagen 1" descr="image">
            <a:extLst>
              <a:ext uri="{FF2B5EF4-FFF2-40B4-BE49-F238E27FC236}">
                <a16:creationId xmlns:a16="http://schemas.microsoft.com/office/drawing/2014/main" id="{49B455EB-D1A1-4949-1C43-47474651E3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" t="2588" r="-82" b="5545"/>
          <a:stretch>
            <a:fillRect/>
          </a:stretch>
        </p:blipFill>
        <p:spPr>
          <a:xfrm>
            <a:off x="3451079" y="1370592"/>
            <a:ext cx="6911717" cy="595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521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CD3AE-192D-1DF7-CA2D-C74F9D531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7B6E6E3-3A40-A05E-DD9A-3F2CDFFDA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C0C7D450-4109-DF94-72EA-4CB989A4B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015" y="1373426"/>
            <a:ext cx="7174456" cy="60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317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77D17-9367-F460-1A5D-FF36C934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F22826C-CD93-F95A-7846-6E3FCEB0D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3" name="Imagen 2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70507B70-4566-0C74-8AA0-0068B241B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310" y="1593097"/>
            <a:ext cx="8859186" cy="54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063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B3FA-2F27-4DA3-4D9A-96C7E7FE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69643EA-DA3A-AA02-2EB5-5D5D60FB5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2" name="Imagen 1" descr="image">
            <a:extLst>
              <a:ext uri="{FF2B5EF4-FFF2-40B4-BE49-F238E27FC236}">
                <a16:creationId xmlns:a16="http://schemas.microsoft.com/office/drawing/2014/main" id="{ABDC011D-9AB5-4D31-BB12-33BAC123C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405" y="1365632"/>
            <a:ext cx="9023925" cy="571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776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4D790-0E67-8D1E-2127-C35A14BB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F5FD06A-EB1E-DC6E-D5D2-678F50D8D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2" name="Imagen 1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BDEC4857-C504-CFE6-D4C0-12A53165A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603" y="2315008"/>
            <a:ext cx="11379197" cy="312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339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BDAC-6034-348F-C65A-D404269F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0F1841D-73E5-A358-2479-338193CB3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3" name="Imagen 2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07C6F358-9AA8-B896-58E1-4C90CFD05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92" y="1684692"/>
            <a:ext cx="7678055" cy="560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277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52BBA-57B5-746B-A4DE-490F46F4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708C8E4-2169-AD81-883B-7166CE4C4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2" name="Imagen 1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E7D2F540-984C-0E2E-AF51-04806833B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277" y="1494693"/>
            <a:ext cx="8687458" cy="543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30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513C8-81E8-CCAC-BDDD-D9885EB81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5A38C83-C9C6-AC6B-F2E3-8571B0810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AUTENTICACIÓN (REGISTRO/LOGIN/SESIÓN)</a:t>
            </a:r>
          </a:p>
        </p:txBody>
      </p:sp>
      <p:pic>
        <p:nvPicPr>
          <p:cNvPr id="3" name="Imagen 2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2AFD858E-5A6E-5B34-9907-41AC4F5A6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058" y="1371505"/>
            <a:ext cx="8979063" cy="5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81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0E6AE-258A-E763-2DD3-44552AF53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AAEE1C5-C0D9-7460-13BB-21375D157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0603" y="1126273"/>
            <a:ext cx="9014724" cy="6077415"/>
          </a:xfrm>
        </p:spPr>
        <p:txBody>
          <a:bodyPr/>
          <a:lstStyle/>
          <a:p>
            <a:pPr algn="ctr"/>
            <a:r>
              <a:rPr lang="es-CO" sz="8800"/>
              <a:t>ROLES Y CONTROL DE ACCESO (FRONT + API)</a:t>
            </a:r>
            <a:br>
              <a:rPr lang="es-CO" sz="8800"/>
            </a:br>
            <a:endParaRPr lang="es-CO" sz="8800"/>
          </a:p>
        </p:txBody>
      </p:sp>
    </p:spTree>
    <p:extLst>
      <p:ext uri="{BB962C8B-B14F-4D97-AF65-F5344CB8AC3E}">
        <p14:creationId xmlns:p14="http://schemas.microsoft.com/office/powerpoint/2010/main" val="951374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FF15B-C6BA-B9E3-A97E-53079E68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EDD3F6-7722-32A8-5B97-22D8587FE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F949F0-54AA-FF10-D48E-D836A827B8A6}"/>
              </a:ext>
            </a:extLst>
          </p:cNvPr>
          <p:cNvSpPr txBox="1">
            <a:spLocks/>
          </p:cNvSpPr>
          <p:nvPr/>
        </p:nvSpPr>
        <p:spPr>
          <a:xfrm>
            <a:off x="2562523" y="1662795"/>
            <a:ext cx="8692554" cy="782454"/>
          </a:xfrm>
          <a:prstGeom prst="rect">
            <a:avLst/>
          </a:prstGeom>
        </p:spPr>
        <p:txBody>
          <a:bodyPr vert="horz" lIns="77724" tIns="38862" rIns="77724" bIns="38862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400" b="1"/>
              <a:t>HISTORIAS DE USUARIO REALIZADAS: </a:t>
            </a:r>
            <a:r>
              <a:rPr lang="es-CO" sz="2400"/>
              <a:t>HU-07, HU-08, HU-09, HU-52</a:t>
            </a:r>
          </a:p>
        </p:txBody>
      </p:sp>
      <p:pic>
        <p:nvPicPr>
          <p:cNvPr id="4" name="Imagen 3" descr="image">
            <a:extLst>
              <a:ext uri="{FF2B5EF4-FFF2-40B4-BE49-F238E27FC236}">
                <a16:creationId xmlns:a16="http://schemas.microsoft.com/office/drawing/2014/main" id="{A0515D44-CEB3-BCB3-1A52-94D79DFF2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167" y="2550022"/>
            <a:ext cx="9741333" cy="458144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FA28FC7-A041-8DD9-B83D-BB534B2CDE8E}"/>
              </a:ext>
            </a:extLst>
          </p:cNvPr>
          <p:cNvSpPr txBox="1"/>
          <p:nvPr/>
        </p:nvSpPr>
        <p:spPr>
          <a:xfrm>
            <a:off x="2567182" y="2062474"/>
            <a:ext cx="69088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s-CO" sz="2400" b="1">
                <a:latin typeface="Calibri"/>
              </a:rPr>
              <a:t>Identificar</a:t>
            </a:r>
            <a:r>
              <a:rPr lang="es-CO" sz="2400" b="1" baseline="0">
                <a:latin typeface="Calibri"/>
              </a:rPr>
              <a:t> rol de usuario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92117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1DEC-B4EE-F68C-1759-B99F1F7C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C3272866-D4AA-3715-03FC-A6CF5B079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pic>
        <p:nvPicPr>
          <p:cNvPr id="9" name="Imagen 8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107932A8-4E36-EBE5-2ECF-AEACCC47C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732" y="2858020"/>
            <a:ext cx="6157892" cy="3829358"/>
          </a:xfrm>
          <a:prstGeom prst="rect">
            <a:avLst/>
          </a:prstGeom>
        </p:spPr>
      </p:pic>
      <p:pic>
        <p:nvPicPr>
          <p:cNvPr id="10" name="Imagen 9" descr="image">
            <a:extLst>
              <a:ext uri="{FF2B5EF4-FFF2-40B4-BE49-F238E27FC236}">
                <a16:creationId xmlns:a16="http://schemas.microsoft.com/office/drawing/2014/main" id="{C5A6197F-3062-175F-25A2-627FBE427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96" y="2863371"/>
            <a:ext cx="6366347" cy="382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135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220F4-4906-79DA-470E-397FAEA7C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6C28D89-68E6-5D85-88C5-CC698BA0D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pic>
        <p:nvPicPr>
          <p:cNvPr id="3" name="Imagen 2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0CF426CC-68C6-6B1C-A5A9-82DB7C836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220" y="1798835"/>
            <a:ext cx="9096117" cy="52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109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1E5C-BBD4-8E9B-8D4F-7C236886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A4465B0-777D-3D99-0558-FA657106C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F48CA2C-8AB8-B875-527A-53BFD64D1572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solidFill>
                  <a:srgbClr val="000000"/>
                </a:solidFill>
              </a:rPr>
              <a:t>2. Acceso del rol de estudiante</a:t>
            </a:r>
            <a:endParaRPr lang="es-CO" sz="2400" b="1">
              <a:ea typeface="Calibri"/>
              <a:cs typeface="Calibri"/>
            </a:endParaRPr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23BE594-E831-EACE-6A0E-54E6288DA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44" y="2987550"/>
            <a:ext cx="6177745" cy="3664700"/>
          </a:xfrm>
          <a:prstGeom prst="rect">
            <a:avLst/>
          </a:prstGeom>
        </p:spPr>
      </p:pic>
      <p:pic>
        <p:nvPicPr>
          <p:cNvPr id="6" name="Imagen 5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3A849A3B-2021-6F7A-6066-212F9B820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040" y="2985778"/>
            <a:ext cx="6406053" cy="367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1460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C19A-5E9C-D180-12E4-AB5112E4C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3A3A5EE-DA79-D034-8AFD-80FB55A91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04A4EA0-8492-2790-63CF-256E1E1E8C69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solidFill>
                  <a:srgbClr val="000000"/>
                </a:solidFill>
              </a:rPr>
              <a:t>2. Acceso del rol de estudiante</a:t>
            </a:r>
            <a:endParaRPr lang="es-CO" sz="2400" b="1">
              <a:ea typeface="Calibri"/>
              <a:cs typeface="Calibri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A9574EE-F459-7F36-C6FE-D1AD718BE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23" y="3200541"/>
            <a:ext cx="6247231" cy="1515216"/>
          </a:xfrm>
          <a:prstGeom prst="rect">
            <a:avLst/>
          </a:prstGeom>
        </p:spPr>
      </p:pic>
      <p:pic>
        <p:nvPicPr>
          <p:cNvPr id="3" name="Imagen 2" descr="image">
            <a:extLst>
              <a:ext uri="{FF2B5EF4-FFF2-40B4-BE49-F238E27FC236}">
                <a16:creationId xmlns:a16="http://schemas.microsoft.com/office/drawing/2014/main" id="{08E2886D-18E0-D296-5F40-2DC8195F4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688" y="2234006"/>
            <a:ext cx="6435831" cy="493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07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0951-56F5-C15D-DB8C-15934020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2E01EAC-0073-08BE-0701-87205DE99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B8F5B24-5BB6-7478-73C4-611C34804B61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solidFill>
                  <a:srgbClr val="000000"/>
                </a:solidFill>
              </a:rPr>
              <a:t>3. Acceso del rol de administrador</a:t>
            </a:r>
            <a:endParaRPr lang="es-CO" sz="2400" b="1">
              <a:ea typeface="Calibri"/>
              <a:cs typeface="Calibri"/>
            </a:endParaRPr>
          </a:p>
        </p:txBody>
      </p:sp>
      <p:pic>
        <p:nvPicPr>
          <p:cNvPr id="2" name="Imagen 1" descr="image">
            <a:extLst>
              <a:ext uri="{FF2B5EF4-FFF2-40B4-BE49-F238E27FC236}">
                <a16:creationId xmlns:a16="http://schemas.microsoft.com/office/drawing/2014/main" id="{793CDF8B-659A-A77E-8733-4088827DF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23" y="2761899"/>
            <a:ext cx="6545024" cy="4017285"/>
          </a:xfrm>
          <a:prstGeom prst="rect">
            <a:avLst/>
          </a:prstGeom>
        </p:spPr>
      </p:pic>
      <p:pic>
        <p:nvPicPr>
          <p:cNvPr id="8" name="Imagen 7" descr="image">
            <a:extLst>
              <a:ext uri="{FF2B5EF4-FFF2-40B4-BE49-F238E27FC236}">
                <a16:creationId xmlns:a16="http://schemas.microsoft.com/office/drawing/2014/main" id="{6A6A0561-247E-E9BF-BA60-56AADBCB2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618" y="2759734"/>
            <a:ext cx="6525170" cy="402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116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59AB-DCA7-C5C9-DD9E-C1996751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1F033DF-4B8C-213E-9CC1-99739821F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5B844AC-DC3A-547E-7F10-E40B23F987D5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solidFill>
                  <a:srgbClr val="000000"/>
                </a:solidFill>
              </a:rPr>
              <a:t>3. Acceso del rol de administrador</a:t>
            </a:r>
            <a:endParaRPr lang="es-CO" sz="2400" b="1">
              <a:ea typeface="Calibri"/>
              <a:cs typeface="Calibri"/>
            </a:endParaRP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8B60CF49-65FB-56C8-2A52-EE999859F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68" y="2756051"/>
            <a:ext cx="6564877" cy="4027682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3E99042F-F21D-A4DE-B0C2-A9034A453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885" y="2757132"/>
            <a:ext cx="6683994" cy="402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888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E5F9C-A67D-535B-713E-552ADA0B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30B00BF-8ED5-74D1-4D6B-891D17986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FF6F28D-10BF-52A7-F1C1-02194A61C99B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solidFill>
                  <a:srgbClr val="000000"/>
                </a:solidFill>
              </a:rPr>
              <a:t>3. Acceso del rol de administrador</a:t>
            </a:r>
            <a:endParaRPr lang="es-CO" sz="2400" b="1">
              <a:ea typeface="Calibri"/>
              <a:cs typeface="Calibri"/>
            </a:endParaRP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C233B9F1-8AC7-051C-6CD2-9683B4118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68" y="2756051"/>
            <a:ext cx="6564877" cy="4027682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3D3288C3-DEEC-BFEE-851C-724AED7DE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885" y="2757132"/>
            <a:ext cx="6683994" cy="402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842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921F-31FF-303C-470C-F8946F77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0543298-61B1-DF29-ABFD-42523F0E0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F167CA4-60E7-239A-5AA5-C96BE0597222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solidFill>
                  <a:srgbClr val="000000"/>
                </a:solidFill>
              </a:rPr>
              <a:t>3. Acceso del rol de administrador</a:t>
            </a:r>
            <a:endParaRPr lang="es-CO" sz="2400" b="1">
              <a:ea typeface="Calibri"/>
              <a:cs typeface="Calibri"/>
            </a:endParaRPr>
          </a:p>
        </p:txBody>
      </p:sp>
      <p:pic>
        <p:nvPicPr>
          <p:cNvPr id="2" name="Imagen 1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AB91C21B-83DB-4898-0F38-ABF3AD221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8" y="2761895"/>
            <a:ext cx="6574803" cy="4017432"/>
          </a:xfrm>
          <a:prstGeom prst="rect">
            <a:avLst/>
          </a:prstGeom>
        </p:spPr>
      </p:pic>
      <p:pic>
        <p:nvPicPr>
          <p:cNvPr id="3" name="Imagen 2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650EBF16-DB64-0E29-A63E-75BEDCDF3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169" y="2762785"/>
            <a:ext cx="6634363" cy="403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625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BA0E8-49F7-B5E8-5110-70E38823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B6A0229-91CC-E5DA-5F37-993547E53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ROLES Y CONTROL DE ACCESO (FRONT + API)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696B0C9-B8E0-4151-82D3-FEC406CCC065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solidFill>
                  <a:srgbClr val="000000"/>
                </a:solidFill>
              </a:rPr>
              <a:t>3. Autorización por roles en la API</a:t>
            </a:r>
            <a:endParaRPr lang="es-CO" sz="2400" b="1">
              <a:ea typeface="Calibri"/>
              <a:cs typeface="Calibri"/>
            </a:endParaRPr>
          </a:p>
        </p:txBody>
      </p:sp>
      <p:pic>
        <p:nvPicPr>
          <p:cNvPr id="5" name="Imagen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BAF2DA3F-AA03-9D0D-68B1-C9177C415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91" y="2622224"/>
            <a:ext cx="6650057" cy="3958933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9465C893-38B3-3064-0AB7-0E9D5E8D4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755" y="2625794"/>
            <a:ext cx="6243073" cy="409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183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2BED-B440-B65A-DF2B-E85D5796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8BD0EFC-E51F-E214-179A-7D79CDEA4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0603" y="1126273"/>
            <a:ext cx="9014724" cy="6077415"/>
          </a:xfrm>
        </p:spPr>
        <p:txBody>
          <a:bodyPr/>
          <a:lstStyle/>
          <a:p>
            <a:pPr algn="ctr"/>
            <a:r>
              <a:rPr lang="es-CO" sz="8800"/>
              <a:t>SIMULADOR: FOMULARIO Y VALIDACIONES</a:t>
            </a:r>
            <a:br>
              <a:rPr lang="es-CO" sz="8800"/>
            </a:br>
            <a:endParaRPr lang="es-CO" sz="8800"/>
          </a:p>
        </p:txBody>
      </p:sp>
    </p:spTree>
    <p:extLst>
      <p:ext uri="{BB962C8B-B14F-4D97-AF65-F5344CB8AC3E}">
        <p14:creationId xmlns:p14="http://schemas.microsoft.com/office/powerpoint/2010/main" val="42583107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65BE-91BB-F50D-C8AC-419DF5177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C254573-34CF-31EA-058B-D5135B542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SIMULADOR: FOMULARIO Y VALIDACIONES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2E9EA6-2E49-13EC-AC30-ED636E923951}"/>
              </a:ext>
            </a:extLst>
          </p:cNvPr>
          <p:cNvSpPr txBox="1">
            <a:spLocks/>
          </p:cNvSpPr>
          <p:nvPr/>
        </p:nvSpPr>
        <p:spPr>
          <a:xfrm>
            <a:off x="208790" y="1520295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400" b="1"/>
              <a:t>HISTORIAS DE USUARIO REALIZADAS: </a:t>
            </a:r>
            <a:r>
              <a:rPr lang="es-CO" sz="2400"/>
              <a:t>HU-13, HU-14, HU-15, HU-16, HU-17, HU-18, HU-19, HU-20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69169F5-2111-30FE-30B6-13AAA41F7994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AutoNum type="arabicPeriod"/>
            </a:pPr>
            <a:r>
              <a:rPr lang="es-CO" sz="2400" b="1">
                <a:ea typeface="Calibri"/>
                <a:cs typeface="Calibri"/>
              </a:rPr>
              <a:t>Formulario de Simulación + </a:t>
            </a:r>
            <a:r>
              <a:rPr lang="es-CO" sz="2400" b="1" err="1">
                <a:ea typeface="Calibri"/>
                <a:cs typeface="Calibri"/>
              </a:rPr>
              <a:t>Header</a:t>
            </a:r>
            <a:r>
              <a:rPr lang="es-CO" sz="2400" b="1">
                <a:ea typeface="Calibri"/>
                <a:cs typeface="Calibri"/>
              </a:rPr>
              <a:t> &amp; </a:t>
            </a:r>
            <a:r>
              <a:rPr lang="es-CO" sz="2400" b="1" err="1">
                <a:ea typeface="Calibri"/>
                <a:cs typeface="Calibri"/>
              </a:rPr>
              <a:t>Footer</a:t>
            </a: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585512-C062-6C5F-9163-0BD7A2A50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40" y="3214279"/>
            <a:ext cx="6063526" cy="312970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657025-D64E-1185-B0E2-58F42D0B3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140" y="3215581"/>
            <a:ext cx="5792107" cy="313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252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BBFF-8995-B867-3DBA-9F172152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3DDB6E3-A902-E572-6F11-B8302ADD3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SIMULADOR: FOMULARIO Y VALIDACIONES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F85DEC6-DB61-B398-93AE-B011A7A77CBB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ea typeface="Calibri"/>
                <a:cs typeface="Calibri"/>
              </a:rPr>
              <a:t>2. Datos Financieros y formatos numéricos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66D35C-04BA-3740-5135-55FB00CBB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268" y="2663916"/>
            <a:ext cx="8477249" cy="449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68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42C3C-DB85-6DA5-5EE3-D397B88D1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62672AE-E522-2AA4-B5E4-CD3DA85DC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SIMULADOR: FOMULARIO Y VALIDACIONES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B6CD16-CD49-8280-1901-E4FB6C7CA1CF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ea typeface="Calibri"/>
                <a:cs typeface="Calibri"/>
              </a:rPr>
              <a:t>3. Modalidad de la financiación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7ED0F8-EED5-53E1-C6D3-C1B50B648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344" y="2702905"/>
            <a:ext cx="8756650" cy="462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770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8F92-5F9F-4B72-060A-6E2C4487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487D22B-C2E9-4145-5414-14FC87281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SIMULADOR: FOMULARIO Y VALIDACIONES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6A223A6-B706-98F1-3BB6-AB803E5712B6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ea typeface="Calibri"/>
                <a:cs typeface="Calibri"/>
              </a:rPr>
              <a:t>4. Resumen de la simulación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AF8F85-447B-E994-B287-88AA42654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450" y="2512484"/>
            <a:ext cx="8951383" cy="468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239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693B3-A9F4-5EFC-695F-4D45AA79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50A63C1-E6B3-A3B4-5BFC-63FFA9715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174662"/>
            <a:ext cx="7428216" cy="1203134"/>
          </a:xfrm>
        </p:spPr>
        <p:txBody>
          <a:bodyPr/>
          <a:lstStyle/>
          <a:p>
            <a:pPr algn="ctr"/>
            <a:r>
              <a:rPr lang="es-CO" sz="4000"/>
              <a:t>SIMULADOR: FOMULARIO Y VALIDACIONES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138028B-D1AE-D321-E582-7FD53C04CC24}"/>
              </a:ext>
            </a:extLst>
          </p:cNvPr>
          <p:cNvSpPr txBox="1">
            <a:spLocks/>
          </p:cNvSpPr>
          <p:nvPr/>
        </p:nvSpPr>
        <p:spPr>
          <a:xfrm>
            <a:off x="251445" y="2119981"/>
            <a:ext cx="13349220" cy="782454"/>
          </a:xfrm>
          <a:prstGeom prst="rect">
            <a:avLst/>
          </a:prstGeom>
        </p:spPr>
        <p:txBody>
          <a:bodyPr vert="horz" lIns="77724" tIns="38862" rIns="77724" bIns="38862" rtlCol="0" anchor="t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s-CO" sz="2400" b="1">
                <a:ea typeface="Calibri"/>
                <a:cs typeface="Calibri"/>
              </a:rPr>
              <a:t>4. Resumen de la simulación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2F43A8-FB20-B1FB-B7CD-78AD9F30A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741" y="2724041"/>
            <a:ext cx="8785920" cy="464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470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5A08C-0F66-FEF5-5778-77F3D690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E64D9B1-C233-F83E-0B7A-36CCEC257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1438" y="1873405"/>
            <a:ext cx="9014724" cy="4025590"/>
          </a:xfrm>
        </p:spPr>
        <p:txBody>
          <a:bodyPr/>
          <a:lstStyle/>
          <a:p>
            <a:pPr algn="ctr"/>
            <a:r>
              <a:rPr lang="es-CO" sz="8800"/>
              <a:t>LANDING PAGE (TRACK 2)</a:t>
            </a:r>
            <a:br>
              <a:rPr lang="es-CO" sz="8800"/>
            </a:br>
            <a:endParaRPr lang="es-CO" sz="8800"/>
          </a:p>
        </p:txBody>
      </p:sp>
    </p:spTree>
    <p:extLst>
      <p:ext uri="{BB962C8B-B14F-4D97-AF65-F5344CB8AC3E}">
        <p14:creationId xmlns:p14="http://schemas.microsoft.com/office/powerpoint/2010/main" val="34262818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AD01-F729-7A7C-C28E-472AEAF07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9066D2C-57DA-C37D-2915-843BE42B7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2403" y="192765"/>
            <a:ext cx="7428216" cy="782455"/>
          </a:xfrm>
        </p:spPr>
        <p:txBody>
          <a:bodyPr/>
          <a:lstStyle/>
          <a:p>
            <a:pPr algn="ctr"/>
            <a:r>
              <a:rPr lang="es-CO" sz="4000"/>
              <a:t>LANDING PAGE (TRACK 2)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4CD58-C862-E78D-D254-2357BC3B6137}"/>
              </a:ext>
            </a:extLst>
          </p:cNvPr>
          <p:cNvSpPr txBox="1">
            <a:spLocks/>
          </p:cNvSpPr>
          <p:nvPr/>
        </p:nvSpPr>
        <p:spPr>
          <a:xfrm>
            <a:off x="2380234" y="1179627"/>
            <a:ext cx="8692554" cy="524262"/>
          </a:xfrm>
          <a:prstGeom prst="rect">
            <a:avLst/>
          </a:prstGeom>
        </p:spPr>
        <p:txBody>
          <a:bodyPr vert="horz" lIns="77724" tIns="38862" rIns="77724" bIns="38862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400" b="1"/>
              <a:t>HISTORIAS DE USUARIO REALIZADAS: </a:t>
            </a:r>
            <a:r>
              <a:rPr lang="es-CO" sz="2400"/>
              <a:t>HU-73, HU-74, HU-75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D0FB17CA-1A4E-A728-BB8B-87CA6384E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828" y="2112703"/>
            <a:ext cx="5115034" cy="285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D20199E-E292-4746-3CDE-ABBA076D2F0E}"/>
              </a:ext>
            </a:extLst>
          </p:cNvPr>
          <p:cNvSpPr txBox="1"/>
          <p:nvPr/>
        </p:nvSpPr>
        <p:spPr>
          <a:xfrm>
            <a:off x="3263353" y="5490078"/>
            <a:ext cx="69263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Ruta 7 Ríos, integra elementos asociados al agua y al movimiento, que simbolizan los ríos de Cali y la experiencia cultural y turística del proyecto.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38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7F336-C0E9-5D37-A664-12C299238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31D32A4-0042-59FC-32AB-5B097E535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8017" y="0"/>
            <a:ext cx="7428216" cy="782455"/>
          </a:xfrm>
        </p:spPr>
        <p:txBody>
          <a:bodyPr/>
          <a:lstStyle/>
          <a:p>
            <a:pPr algn="ctr"/>
            <a:r>
              <a:rPr lang="es-CO" sz="4000"/>
              <a:t>LANDING PAGE (TRACK 2)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DB4354-C82A-EA12-CB74-5C3119D5A4A8}"/>
              </a:ext>
            </a:extLst>
          </p:cNvPr>
          <p:cNvSpPr txBox="1"/>
          <p:nvPr/>
        </p:nvSpPr>
        <p:spPr>
          <a:xfrm>
            <a:off x="5935845" y="3009037"/>
            <a:ext cx="66997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err="1"/>
              <a:t>Header</a:t>
            </a:r>
            <a:r>
              <a:rPr lang="es-ES" b="1"/>
              <a:t> and Hero</a:t>
            </a:r>
            <a:br>
              <a:rPr lang="es-ES" b="1"/>
            </a:br>
            <a:endParaRPr lang="es-ES" b="1"/>
          </a:p>
          <a:p>
            <a:r>
              <a:rPr lang="es-ES"/>
              <a:t>Esta sección introduce el proyecto </a:t>
            </a:r>
            <a:r>
              <a:rPr lang="es-ES" b="1"/>
              <a:t>Ruta 7 Ríos</a:t>
            </a:r>
            <a:r>
              <a:rPr lang="es-ES"/>
              <a:t>, resaltando la cultura, naturaleza y gastronomía de Cali. Además, presenta la misión y visión del proyecto, destacando su enfoque en el turismo sostenible y en la promoción de experiencias auténticas para los visitantes.</a:t>
            </a:r>
            <a:endParaRPr lang="es-CO"/>
          </a:p>
        </p:txBody>
      </p:sp>
      <p:pic>
        <p:nvPicPr>
          <p:cNvPr id="6" name="Imagen 5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09111A74-DF86-A221-6135-51AB885DC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" r="935"/>
          <a:stretch>
            <a:fillRect/>
          </a:stretch>
        </p:blipFill>
        <p:spPr>
          <a:xfrm>
            <a:off x="271934" y="609289"/>
            <a:ext cx="5140894" cy="716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883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FD271-C866-12DC-F0F4-A388E19A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26E04C7-A109-C715-00F7-EAAF9C579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8017" y="0"/>
            <a:ext cx="7428216" cy="782455"/>
          </a:xfrm>
        </p:spPr>
        <p:txBody>
          <a:bodyPr/>
          <a:lstStyle/>
          <a:p>
            <a:pPr algn="ctr"/>
            <a:r>
              <a:rPr lang="es-CO" sz="4000"/>
              <a:t>LANDING PAGE (TRACK 2)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487AE7-1D9C-5505-683A-AE2751E2F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508" y="1218206"/>
            <a:ext cx="5353855" cy="138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FF00C32-F076-D355-5482-BF611B826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3" y="1218206"/>
            <a:ext cx="4549137" cy="5683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BCAE04C-155F-481F-A3D2-AD9176E6EE77}"/>
              </a:ext>
            </a:extLst>
          </p:cNvPr>
          <p:cNvSpPr txBox="1"/>
          <p:nvPr/>
        </p:nvSpPr>
        <p:spPr>
          <a:xfrm>
            <a:off x="5661508" y="3329099"/>
            <a:ext cx="69263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Las experiencias de Ruta 7 Ríos, organizadas en cuatro líneas: cultural, naturaleza, entretenimiento y gastronómica, permitiendo a los visitantes conocer diferentes dimensiones de Cali.</a:t>
            </a:r>
          </a:p>
          <a:p>
            <a:endParaRPr lang="es-ES"/>
          </a:p>
          <a:p>
            <a:r>
              <a:rPr lang="es-ES"/>
              <a:t>Se destacan los valores que orientan la iniciativa, como comunidad, sostenibilidad, autenticidad e innovación, los cuales guían el desarrollo de las experiencias turísticas.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39569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71CC-EB78-8D4A-BB87-1DC6E844F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663BA0B-22BF-9F51-E259-0DE2EBA65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8017" y="0"/>
            <a:ext cx="7428216" cy="782455"/>
          </a:xfrm>
        </p:spPr>
        <p:txBody>
          <a:bodyPr/>
          <a:lstStyle/>
          <a:p>
            <a:pPr algn="ctr"/>
            <a:r>
              <a:rPr lang="es-CO" sz="4000"/>
              <a:t>LANDING PAGE (TRACK 2)</a:t>
            </a:r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973A63B3-880A-86EC-F9D5-50786853E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12" y="782455"/>
            <a:ext cx="4718131" cy="396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194B6E2-922B-06D5-F2B6-FE6C9B963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37" y="4696018"/>
            <a:ext cx="4356483" cy="2891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43C39AF-DCCA-BA3F-4296-CE6831E36AC4}"/>
              </a:ext>
            </a:extLst>
          </p:cNvPr>
          <p:cNvSpPr txBox="1"/>
          <p:nvPr/>
        </p:nvSpPr>
        <p:spPr>
          <a:xfrm>
            <a:off x="5022192" y="1538907"/>
            <a:ext cx="81472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/>
              <a:t>Destinos Destacados</a:t>
            </a:r>
            <a:endParaRPr lang="es-ES"/>
          </a:p>
          <a:p>
            <a:pPr>
              <a:buNone/>
            </a:pPr>
            <a:r>
              <a:rPr lang="es-ES"/>
              <a:t>Esta sección presenta algunos de los principales lugares turísticos de Cali, permitiendo a los visitantes explorar sitios representativos de la ciudad y conocer parte de su patrimonio cultural y natural.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C7B803E-349C-ADF6-8942-489432C64C6E}"/>
              </a:ext>
            </a:extLst>
          </p:cNvPr>
          <p:cNvSpPr txBox="1"/>
          <p:nvPr/>
        </p:nvSpPr>
        <p:spPr>
          <a:xfrm>
            <a:off x="5022192" y="4433000"/>
            <a:ext cx="69263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/>
              <a:t>Cali y su Identidad</a:t>
            </a:r>
            <a:endParaRPr lang="es-ES"/>
          </a:p>
          <a:p>
            <a:pPr>
              <a:buNone/>
            </a:pPr>
            <a:r>
              <a:rPr lang="es-ES"/>
              <a:t>Se destacan elementos que representan la identidad de Cali, como la salsa, los siete ríos, la diversidad cultural y el enfoque hacia el turismo sostenible.</a:t>
            </a:r>
          </a:p>
        </p:txBody>
      </p:sp>
    </p:spTree>
    <p:extLst>
      <p:ext uri="{BB962C8B-B14F-4D97-AF65-F5344CB8AC3E}">
        <p14:creationId xmlns:p14="http://schemas.microsoft.com/office/powerpoint/2010/main" val="32019731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09C4C-F15D-9572-5702-B8C4BF39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35A6456-5676-49F7-71B4-6F94AFD90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8017" y="0"/>
            <a:ext cx="7428216" cy="782455"/>
          </a:xfrm>
        </p:spPr>
        <p:txBody>
          <a:bodyPr/>
          <a:lstStyle/>
          <a:p>
            <a:pPr algn="ctr"/>
            <a:r>
              <a:rPr lang="es-CO" sz="4000"/>
              <a:t>LANDING PAGE (TRACK 2)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FF7C934-4E70-2AB6-6FF4-5041EB4AC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27" y="1905321"/>
            <a:ext cx="6644673" cy="213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37A4D2E-FA1A-B949-291E-EE022C1BE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27" y="4036909"/>
            <a:ext cx="6630324" cy="163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91E751-B6B1-249C-46AF-3A8BBD3B266B}"/>
              </a:ext>
            </a:extLst>
          </p:cNvPr>
          <p:cNvSpPr txBox="1"/>
          <p:nvPr/>
        </p:nvSpPr>
        <p:spPr>
          <a:xfrm>
            <a:off x="7057697" y="1905321"/>
            <a:ext cx="538655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/>
              <a:t>Sección de Contacto</a:t>
            </a:r>
            <a:endParaRPr lang="es-ES"/>
          </a:p>
          <a:p>
            <a:pPr>
              <a:buNone/>
            </a:pPr>
            <a:r>
              <a:rPr lang="es-ES"/>
              <a:t>Invita a los usuarios a obtener más información sobre la experiencia Ruta 7 Ríos, proporcionando medios de contacto para facilitar la comunicación con los interesados.</a:t>
            </a:r>
          </a:p>
          <a:p>
            <a:pPr>
              <a:buNone/>
            </a:pPr>
            <a:endParaRPr lang="es-ES"/>
          </a:p>
          <a:p>
            <a:pPr>
              <a:buNone/>
            </a:pPr>
            <a:endParaRPr lang="es-ES"/>
          </a:p>
          <a:p>
            <a:pPr>
              <a:buNone/>
            </a:pPr>
            <a:endParaRPr lang="es-ES"/>
          </a:p>
          <a:p>
            <a:pPr>
              <a:buNone/>
            </a:pPr>
            <a:r>
              <a:rPr lang="es-ES" b="1" err="1"/>
              <a:t>Footer</a:t>
            </a:r>
            <a:endParaRPr lang="es-ES"/>
          </a:p>
          <a:p>
            <a:pPr>
              <a:buNone/>
            </a:pPr>
            <a:r>
              <a:rPr lang="es-ES"/>
              <a:t>El pie de página reúne información general del proyecto, enlaces rápidos de navegación, datos de contacto y enlaces a políticas del sitio.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991D689-D6DD-3FC7-6F47-828381F21F91}"/>
              </a:ext>
            </a:extLst>
          </p:cNvPr>
          <p:cNvSpPr txBox="1"/>
          <p:nvPr/>
        </p:nvSpPr>
        <p:spPr>
          <a:xfrm>
            <a:off x="264127" y="6168497"/>
            <a:ext cx="130748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/>
              <a:t>Acceso a prototipo</a:t>
            </a:r>
          </a:p>
          <a:p>
            <a:r>
              <a:rPr lang="es-CO"/>
              <a:t>https://www.figma.com/proto/0xy8A2HxmU5ksBKU2Ee0Fp/CALI-RUTA-7-RIOS-2.0?node-id=1-2&amp;p=f&amp;t=ufqEb8dSTjfpkeKS-1&amp;scaling=min-zoom&amp;content-scaling=fixed&amp;page-id=0%3A1</a:t>
            </a:r>
          </a:p>
        </p:txBody>
      </p:sp>
    </p:spTree>
    <p:extLst>
      <p:ext uri="{BB962C8B-B14F-4D97-AF65-F5344CB8AC3E}">
        <p14:creationId xmlns:p14="http://schemas.microsoft.com/office/powerpoint/2010/main" val="40711632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67E62-F87B-79F6-FD3D-2483DB6DB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E7B28DA-F68F-7830-F1C2-B28781989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1438" y="3010829"/>
            <a:ext cx="9014724" cy="1750741"/>
          </a:xfrm>
        </p:spPr>
        <p:txBody>
          <a:bodyPr/>
          <a:lstStyle/>
          <a:p>
            <a:pPr algn="ctr"/>
            <a:r>
              <a:rPr lang="es-CO" sz="8800"/>
              <a:t>BASES DE DATOS</a:t>
            </a:r>
          </a:p>
        </p:txBody>
      </p:sp>
    </p:spTree>
    <p:extLst>
      <p:ext uri="{BB962C8B-B14F-4D97-AF65-F5344CB8AC3E}">
        <p14:creationId xmlns:p14="http://schemas.microsoft.com/office/powerpoint/2010/main" val="22979279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A1E7-03B9-27A1-233E-D32A6D85A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C8D1E60-EC9A-B1A8-B0EE-59CBB1BD1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4692" y="410405"/>
            <a:ext cx="7428216" cy="782455"/>
          </a:xfrm>
        </p:spPr>
        <p:txBody>
          <a:bodyPr/>
          <a:lstStyle/>
          <a:p>
            <a:pPr algn="ctr"/>
            <a:r>
              <a:rPr lang="es-CO" sz="4400"/>
              <a:t>BASES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64269E-936C-1901-3694-1329749A6D3B}"/>
              </a:ext>
            </a:extLst>
          </p:cNvPr>
          <p:cNvSpPr txBox="1">
            <a:spLocks/>
          </p:cNvSpPr>
          <p:nvPr/>
        </p:nvSpPr>
        <p:spPr>
          <a:xfrm>
            <a:off x="2562523" y="1448376"/>
            <a:ext cx="8692554" cy="524262"/>
          </a:xfrm>
          <a:prstGeom prst="rect">
            <a:avLst/>
          </a:prstGeom>
        </p:spPr>
        <p:txBody>
          <a:bodyPr vert="horz" lIns="77724" tIns="38862" rIns="77724" bIns="38862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400" b="1"/>
              <a:t>HISTORIAS DE USUARIO REALIZADAS: </a:t>
            </a:r>
            <a:r>
              <a:rPr lang="es-CO" sz="2400"/>
              <a:t>HU-51</a:t>
            </a:r>
          </a:p>
        </p:txBody>
      </p:sp>
      <p:pic>
        <p:nvPicPr>
          <p:cNvPr id="12" name="Imagen 11" descr="Diagrama&#10;&#10;El contenido generado por IA puede ser incorrecto.">
            <a:extLst>
              <a:ext uri="{FF2B5EF4-FFF2-40B4-BE49-F238E27FC236}">
                <a16:creationId xmlns:a16="http://schemas.microsoft.com/office/drawing/2014/main" id="{70DAC39C-256E-5FD9-AEAC-CB4D6683B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539" y="2180375"/>
            <a:ext cx="6084522" cy="559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2983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F89E5-A472-17F5-FD40-6D38F06E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CCBE3106-47A7-B9BC-EBB2-586503CBB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286" y="1993186"/>
            <a:ext cx="7213028" cy="3092522"/>
          </a:xfrm>
        </p:spPr>
        <p:txBody>
          <a:bodyPr/>
          <a:lstStyle/>
          <a:p>
            <a:pPr algn="ctr"/>
            <a:r>
              <a:rPr lang="es-CO" sz="7200"/>
              <a:t>MÉTRICAS DEL SPRINT (PRUEVAS DE AVANCE)</a:t>
            </a:r>
          </a:p>
        </p:txBody>
      </p:sp>
    </p:spTree>
    <p:extLst>
      <p:ext uri="{BB962C8B-B14F-4D97-AF65-F5344CB8AC3E}">
        <p14:creationId xmlns:p14="http://schemas.microsoft.com/office/powerpoint/2010/main" val="18499922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75E5A-E779-E48F-1211-FF0763EA0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6">
            <a:extLst>
              <a:ext uri="{FF2B5EF4-FFF2-40B4-BE49-F238E27FC236}">
                <a16:creationId xmlns:a16="http://schemas.microsoft.com/office/drawing/2014/main" id="{535B1BE6-0CEC-D58A-8259-73B85B7AC315}"/>
              </a:ext>
            </a:extLst>
          </p:cNvPr>
          <p:cNvSpPr txBox="1">
            <a:spLocks/>
          </p:cNvSpPr>
          <p:nvPr/>
        </p:nvSpPr>
        <p:spPr>
          <a:xfrm>
            <a:off x="3875641" y="267125"/>
            <a:ext cx="6066318" cy="554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Vice City Sans" panose="020000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es-CO" sz="3200"/>
              <a:t>MILESTONES</a:t>
            </a:r>
            <a:endParaRPr lang="es-CO" sz="4400"/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CB37710-F185-BB14-D7C8-8A46D01D3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923" y="934859"/>
            <a:ext cx="11667754" cy="590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742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33B8A-198E-1389-047E-E7719759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6">
            <a:extLst>
              <a:ext uri="{FF2B5EF4-FFF2-40B4-BE49-F238E27FC236}">
                <a16:creationId xmlns:a16="http://schemas.microsoft.com/office/drawing/2014/main" id="{5B2945CA-719D-3730-05E9-7E53ECFD41C8}"/>
              </a:ext>
            </a:extLst>
          </p:cNvPr>
          <p:cNvSpPr txBox="1">
            <a:spLocks/>
          </p:cNvSpPr>
          <p:nvPr/>
        </p:nvSpPr>
        <p:spPr>
          <a:xfrm>
            <a:off x="3875641" y="267125"/>
            <a:ext cx="6066318" cy="554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Vice City Sans" panose="020000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es-CO" sz="3200"/>
              <a:t>TABLERO SPRINT GITHUB</a:t>
            </a:r>
            <a:endParaRPr lang="es-CO" sz="4400"/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4495D0C1-A8B9-1623-1465-5A2B0D93B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49" y="1216966"/>
            <a:ext cx="12925502" cy="55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313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409B-AFF7-8260-8F8E-5A7A96B7C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F857B05D-DE8E-C079-DA27-9CFFB6156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873" y="904273"/>
            <a:ext cx="7437854" cy="6256813"/>
          </a:xfrm>
          <a:prstGeom prst="rect">
            <a:avLst/>
          </a:prstGeom>
        </p:spPr>
      </p:pic>
      <p:sp>
        <p:nvSpPr>
          <p:cNvPr id="8" name="Título 6">
            <a:extLst>
              <a:ext uri="{FF2B5EF4-FFF2-40B4-BE49-F238E27FC236}">
                <a16:creationId xmlns:a16="http://schemas.microsoft.com/office/drawing/2014/main" id="{4E247F4A-1176-6E66-D35D-F5A247E9FD2F}"/>
              </a:ext>
            </a:extLst>
          </p:cNvPr>
          <p:cNvSpPr txBox="1">
            <a:spLocks/>
          </p:cNvSpPr>
          <p:nvPr/>
        </p:nvSpPr>
        <p:spPr>
          <a:xfrm>
            <a:off x="3875641" y="195206"/>
            <a:ext cx="6066318" cy="554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Vice City Sans" panose="020000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es-CO" sz="3200"/>
              <a:t>BURNDOWN SPRINT BACKLOG</a:t>
            </a:r>
            <a:endParaRPr lang="es-CO" sz="4400"/>
          </a:p>
        </p:txBody>
      </p:sp>
    </p:spTree>
    <p:extLst>
      <p:ext uri="{BB962C8B-B14F-4D97-AF65-F5344CB8AC3E}">
        <p14:creationId xmlns:p14="http://schemas.microsoft.com/office/powerpoint/2010/main" val="36606347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9B3A5-5397-E6AC-776D-0F1504269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6">
            <a:extLst>
              <a:ext uri="{FF2B5EF4-FFF2-40B4-BE49-F238E27FC236}">
                <a16:creationId xmlns:a16="http://schemas.microsoft.com/office/drawing/2014/main" id="{9D2BAAF8-624E-CBB6-D1B3-C8733D5A5F9D}"/>
              </a:ext>
            </a:extLst>
          </p:cNvPr>
          <p:cNvSpPr txBox="1">
            <a:spLocks/>
          </p:cNvSpPr>
          <p:nvPr/>
        </p:nvSpPr>
        <p:spPr>
          <a:xfrm>
            <a:off x="3728664" y="226030"/>
            <a:ext cx="6360272" cy="554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Vice City Sans" panose="020000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es-CO" sz="3200"/>
              <a:t>BURNUP GITHUB</a:t>
            </a:r>
            <a:endParaRPr lang="es-CO" sz="4400"/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3A97F6D-A8C5-643F-8B90-34D16273B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509" y="984524"/>
            <a:ext cx="10200582" cy="596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541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EECA-5B41-7245-B654-05B9BA1D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6">
            <a:extLst>
              <a:ext uri="{FF2B5EF4-FFF2-40B4-BE49-F238E27FC236}">
                <a16:creationId xmlns:a16="http://schemas.microsoft.com/office/drawing/2014/main" id="{1FA701B5-CCBB-E5D3-6A87-575281CC05A5}"/>
              </a:ext>
            </a:extLst>
          </p:cNvPr>
          <p:cNvSpPr txBox="1">
            <a:spLocks/>
          </p:cNvSpPr>
          <p:nvPr/>
        </p:nvSpPr>
        <p:spPr>
          <a:xfrm>
            <a:off x="3728664" y="226030"/>
            <a:ext cx="6360272" cy="5548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Vice City Sans" panose="020000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es-CO" sz="3200"/>
              <a:t>BURNDOWN GITHUB</a:t>
            </a:r>
            <a:endParaRPr lang="es-CO" sz="4400"/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124C50E-9FA8-3A44-01CC-AE3F34045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40" y="780836"/>
            <a:ext cx="6920609" cy="3441396"/>
          </a:xfrm>
          <a:prstGeom prst="rect">
            <a:avLst/>
          </a:prstGeom>
        </p:spPr>
      </p:pic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D2EFA07-DDDE-BA87-7D49-5C0BCD75F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673" y="4397322"/>
            <a:ext cx="6601522" cy="328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91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03A74-0645-D47A-877D-0BEAA5746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54B3640-FF8C-CCBC-B34D-D511702E8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3773" y="2509463"/>
            <a:ext cx="9350054" cy="2753474"/>
          </a:xfrm>
        </p:spPr>
        <p:txBody>
          <a:bodyPr/>
          <a:lstStyle/>
          <a:p>
            <a:pPr algn="ctr"/>
            <a:r>
              <a:rPr lang="es-CO" sz="8800"/>
              <a:t>IMPLEMENTACIÓN EN VIVO</a:t>
            </a:r>
          </a:p>
        </p:txBody>
      </p:sp>
    </p:spTree>
    <p:extLst>
      <p:ext uri="{BB962C8B-B14F-4D97-AF65-F5344CB8AC3E}">
        <p14:creationId xmlns:p14="http://schemas.microsoft.com/office/powerpoint/2010/main" val="14659584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2D99B-F968-CFC7-3FC1-737E69F27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D07A2A3-3CC7-05BA-FFCE-05E781236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7941" y="2360485"/>
            <a:ext cx="6981718" cy="2468367"/>
          </a:xfrm>
        </p:spPr>
        <p:txBody>
          <a:bodyPr/>
          <a:lstStyle/>
          <a:p>
            <a:pPr algn="ctr"/>
            <a:r>
              <a:rPr lang="es-CO" sz="9600"/>
              <a:t>LECCIONES APRENDIDAS</a:t>
            </a:r>
          </a:p>
        </p:txBody>
      </p:sp>
    </p:spTree>
    <p:extLst>
      <p:ext uri="{BB962C8B-B14F-4D97-AF65-F5344CB8AC3E}">
        <p14:creationId xmlns:p14="http://schemas.microsoft.com/office/powerpoint/2010/main" val="36641544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C2E982-36C0-498C-B328-C7952B44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74</a:t>
            </a:fld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0667680E-E580-4117-A8C9-47E8C64FD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1535" y="5527728"/>
            <a:ext cx="7075093" cy="972784"/>
          </a:xfrm>
        </p:spPr>
        <p:txBody>
          <a:bodyPr/>
          <a:lstStyle/>
          <a:p>
            <a:r>
              <a:rPr lang="es-ES"/>
              <a:t>Sin Límites</a:t>
            </a:r>
            <a:br>
              <a:rPr lang="es-ES"/>
            </a:br>
            <a:r>
              <a:rPr lang="es-ES">
                <a:solidFill>
                  <a:srgbClr val="D0EB00"/>
                </a:solidFill>
              </a:rPr>
              <a:t>Creer, imaginar y crear</a:t>
            </a:r>
            <a:endParaRPr lang="es-CO">
              <a:solidFill>
                <a:srgbClr val="D0EB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465721"/>
      </p:ext>
    </p:extLst>
  </p:cSld>
  <p:clrMapOvr>
    <a:masterClrMapping/>
  </p:clrMapOvr>
</p:sld>
</file>

<file path=ppt/theme/theme1.xml><?xml version="1.0" encoding="utf-8"?>
<a:theme xmlns:a="http://schemas.openxmlformats.org/drawingml/2006/main" name="UPB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owerpoint UPB 2024" id="{CEBC3956-D0C8-4A58-ADF8-31B9AB3F6717}" vid="{43DB4CCB-4183-4A1B-933C-13FC8EFB2C1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6522C6A203F84A95E063BCE637ABFE" ma:contentTypeVersion="14" ma:contentTypeDescription="Create a new document." ma:contentTypeScope="" ma:versionID="fd9920578bac04bf3bccbf91610a3adf">
  <xsd:schema xmlns:xsd="http://www.w3.org/2001/XMLSchema" xmlns:xs="http://www.w3.org/2001/XMLSchema" xmlns:p="http://schemas.microsoft.com/office/2006/metadata/properties" xmlns:ns3="f4fc52a1-0715-4cd3-959d-61265774fc23" xmlns:ns4="4d35a981-33b6-4302-a538-accc2197fde7" targetNamespace="http://schemas.microsoft.com/office/2006/metadata/properties" ma:root="true" ma:fieldsID="1a493ca0f46ddb3e8f9593c0191cf9f8" ns3:_="" ns4:_="">
    <xsd:import namespace="f4fc52a1-0715-4cd3-959d-61265774fc23"/>
    <xsd:import namespace="4d35a981-33b6-4302-a538-accc2197fde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fc52a1-0715-4cd3-959d-61265774fc2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35a981-33b6-4302-a538-accc2197fde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4fc52a1-0715-4cd3-959d-61265774fc2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538092-75CC-473D-8421-2C13FEC0F97B}">
  <ds:schemaRefs>
    <ds:schemaRef ds:uri="4d35a981-33b6-4302-a538-accc2197fde7"/>
    <ds:schemaRef ds:uri="f4fc52a1-0715-4cd3-959d-61265774fc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40AF5DC-3D9A-4C79-A939-8DF42ABC6576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4d35a981-33b6-4302-a538-accc2197fde7"/>
    <ds:schemaRef ds:uri="http://www.w3.org/XML/1998/namespace"/>
    <ds:schemaRef ds:uri="f4fc52a1-0715-4cd3-959d-61265774fc23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12A15B8-0F49-4CE2-8471-9499697F0B1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18bab0f-20a4-4de3-a10c-e20cee96bb35}" enabled="0" method="" siteId="{618bab0f-20a4-4de3-a10c-e20cee96bb3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Plantilla Powerpoint UPB 2024</Template>
  <TotalTime>1</TotalTime>
  <Words>1194</Words>
  <Application>Microsoft Office PowerPoint</Application>
  <PresentationFormat>Personalizado</PresentationFormat>
  <Paragraphs>273</Paragraphs>
  <Slides>74</Slides>
  <Notes>71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74</vt:i4>
      </vt:variant>
    </vt:vector>
  </HeadingPairs>
  <TitlesOfParts>
    <vt:vector size="82" baseType="lpstr">
      <vt:lpstr>Arial</vt:lpstr>
      <vt:lpstr>Arial Nova Light</vt:lpstr>
      <vt:lpstr>Avenir Next</vt:lpstr>
      <vt:lpstr>Avenir Next Medium</vt:lpstr>
      <vt:lpstr>Calibri</vt:lpstr>
      <vt:lpstr>Times New Roman</vt:lpstr>
      <vt:lpstr>Vice City Sans</vt:lpstr>
      <vt:lpstr>UPB 2022</vt:lpstr>
      <vt:lpstr>PROYECTO INTEGRADOR 1 04/03/2026</vt:lpstr>
      <vt:lpstr>SPRINT REVIEW – SPRINT 1</vt:lpstr>
      <vt:lpstr>OBJETIVO DEL SPRINT</vt:lpstr>
      <vt:lpstr>RESUMEN DE LO REALIZADO</vt:lpstr>
      <vt:lpstr>EVIDENCIAS DE CUMPLIMIENTO (PRODUCT BACKLOG)</vt:lpstr>
      <vt:lpstr>EVIDENCIAS DE CUMPLIMIENTO (PRODUCT BACKLOG)</vt:lpstr>
      <vt:lpstr>EVIDENCIAS DE CUMPLIMIENTO (PRODUCT BACKLOG)</vt:lpstr>
      <vt:lpstr>EVIDENCIAS DE CUMPLIMIENTO (PRODUCT BACKLOG)</vt:lpstr>
      <vt:lpstr>EVIDENCIAS DE CUMPLIMIENTO (ISSUES GITHUB)</vt:lpstr>
      <vt:lpstr>EVIDENCIAS DE CUMPLIMIENTO (ISSUES GITHUB)</vt:lpstr>
      <vt:lpstr>AVANCES POR SECCIONES</vt:lpstr>
      <vt:lpstr>ARQUITECTURA &amp; SETUP TÉCNICO </vt:lpstr>
      <vt:lpstr>ARQUITECTURA &amp; SETUP TÉCNICO </vt:lpstr>
      <vt:lpstr>ARQUITECTURA &amp; SETUP TÉCNICO </vt:lpstr>
      <vt:lpstr>ARQUITECTURA &amp; SETUP TÉCNICO </vt:lpstr>
      <vt:lpstr>ARQUITECTURA &amp; SETUP TÉCNICO </vt:lpstr>
      <vt:lpstr>ARQUITECTURA &amp; SETUP TÉCNICO </vt:lpstr>
      <vt:lpstr>UX/UI DEL PRODUCTO (DISEÑO Y NAVEGACIÓN) </vt:lpstr>
      <vt:lpstr>UX/UI DEL PRODUCTO (DISEÑO Y NAVEGACIÓN)</vt:lpstr>
      <vt:lpstr>UX/UI DEL PRODUCTO (DISEÑO Y NAVEGACIÓN)</vt:lpstr>
      <vt:lpstr>UX/UI DEL PRODUCTO (DISEÑO Y NAVEGACIÓN)</vt:lpstr>
      <vt:lpstr>AUTENTICACIÓN (REGISTRO/LOGIN/SESIÓN) 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AUTENTICACIÓN (REGISTRO/LOGIN/SESIÓN)</vt:lpstr>
      <vt:lpstr>ROLES Y CONTROL DE ACCESO (FRONT + API) </vt:lpstr>
      <vt:lpstr>ROLES Y CONTROL DE ACCESO (FRONT + API)</vt:lpstr>
      <vt:lpstr>ROLES Y CONTROL DE ACCESO (FRONT + API)</vt:lpstr>
      <vt:lpstr>ROLES Y CONTROL DE ACCESO (FRONT + API)</vt:lpstr>
      <vt:lpstr>ROLES Y CONTROL DE ACCESO (FRONT + API)</vt:lpstr>
      <vt:lpstr>ROLES Y CONTROL DE ACCESO (FRONT + API)</vt:lpstr>
      <vt:lpstr>ROLES Y CONTROL DE ACCESO (FRONT + API)</vt:lpstr>
      <vt:lpstr>ROLES Y CONTROL DE ACCESO (FRONT + API)</vt:lpstr>
      <vt:lpstr>ROLES Y CONTROL DE ACCESO (FRONT + API)</vt:lpstr>
      <vt:lpstr>ROLES Y CONTROL DE ACCESO (FRONT + API)</vt:lpstr>
      <vt:lpstr>ROLES Y CONTROL DE ACCESO (FRONT + API)</vt:lpstr>
      <vt:lpstr>SIMULADOR: FOMULARIO Y VALIDACIONES </vt:lpstr>
      <vt:lpstr>SIMULADOR: FOMULARIO Y VALIDACIONES</vt:lpstr>
      <vt:lpstr>SIMULADOR: FOMULARIO Y VALIDACIONES</vt:lpstr>
      <vt:lpstr>SIMULADOR: FOMULARIO Y VALIDACIONES</vt:lpstr>
      <vt:lpstr>SIMULADOR: FOMULARIO Y VALIDACIONES</vt:lpstr>
      <vt:lpstr>SIMULADOR: FOMULARIO Y VALIDACIONES</vt:lpstr>
      <vt:lpstr>LANDING PAGE (TRACK 2) </vt:lpstr>
      <vt:lpstr>LANDING PAGE (TRACK 2)</vt:lpstr>
      <vt:lpstr>LANDING PAGE (TRACK 2)</vt:lpstr>
      <vt:lpstr>LANDING PAGE (TRACK 2)</vt:lpstr>
      <vt:lpstr>LANDING PAGE (TRACK 2)</vt:lpstr>
      <vt:lpstr>LANDING PAGE (TRACK 2)</vt:lpstr>
      <vt:lpstr>BASES DE DATOS</vt:lpstr>
      <vt:lpstr>BASES DE DATOS</vt:lpstr>
      <vt:lpstr>MÉTRICAS DEL SPRINT (PRUEVAS DE AVANCE)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IMPLEMENTACIÓN EN VIVO</vt:lpstr>
      <vt:lpstr>LECCIONES APRENDIDAS</vt:lpstr>
      <vt:lpstr>Sin Límites Creer, imaginar y crear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 Límites Creer, imaginar y crear</dc:title>
  <dc:creator>Juan Carlos López Patiño</dc:creator>
  <cp:lastModifiedBy>David Eduardo Florez Duran</cp:lastModifiedBy>
  <cp:revision>1</cp:revision>
  <cp:lastPrinted>1601-01-01T00:00:00Z</cp:lastPrinted>
  <dcterms:created xsi:type="dcterms:W3CDTF">2024-04-05T13:27:53Z</dcterms:created>
  <dcterms:modified xsi:type="dcterms:W3CDTF">2026-03-04T16:28:08Z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0x010100EB6522C6A203F84A95E063BCE637ABFE</vt:lpwstr>
  </property>
</Properties>
</file>